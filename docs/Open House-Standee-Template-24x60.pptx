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sldIdLst>
    <p:sldId id="256" r:id="rId3"/>
  </p:sldIdLst>
  <p:sldSz cx="10972800" cy="27432000"/>
  <p:notesSz cx="10972800" cy="27432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1236" y="-90"/>
      </p:cViewPr>
      <p:guideLst>
        <p:guide pos="2160" orient="horz"/>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viewProps" Target="viewProps.xml"/></Relationships>
</file>

<file path=ppt/charts/chart1.xml><?xml version="1.0" encoding="utf-8"?>
<c:chartSpace xmlns:c="http://schemas.openxmlformats.org/drawingml/2006/chart" xmlns:a="http://schemas.openxmlformats.org/drawingml/2006/main" xmlns:r="http://schemas.openxmlformats.org/officeDocument/2006/relationships" xmlns:mc="http://schemas.openxmlformats.org/markup-compatibility/2006" xmlns:c14="http://schemas.microsoft.com/office/drawing/2007/8/2/chart">
  <c:date1904 val="0"/>
  <c:lang val="en-US"/>
  <c:roundedCorners val="0"/>
  <mc:AlternateContent>
    <mc:Choice Requires="c14">
      <c14:style val="102"/>
    </mc:Choice>
    <mc:Fallback>
      <c:style val="2"/>
    </mc:Fallback>
  </mc:AlternateContent>
  <c:chart>
    <c:title>
      <c:tx>
        <c:rich>
          <a:bodyPr rot="0"/>
          <a:lstStyle/>
          <a:p>
            <a:pPr>
              <a:defRPr sz="1600" b="0" strike="noStrike" spc="0">
                <a:solidFill>
                  <a:srgbClr val="595959"/>
                </a:solidFill>
                <a:latin typeface="Calibri"/>
                <a:ea typeface="Arial"/>
              </a:defRPr>
            </a:pPr>
            <a:r>
              <a:rPr sz="1600" b="0" strike="noStrike" spc="-1">
                <a:solidFill>
                  <a:srgbClr val="595959"/>
                </a:solidFill>
                <a:latin typeface="Calibri"/>
                <a:ea typeface="Arial"/>
              </a:rPr>
              <a:t>Chart Title</a:t>
            </a:r>
            <a:endParaRPr sz="1600"/>
          </a:p>
        </c:rich>
      </c:tx>
      <c:layout/>
      <c:overlay val="0"/>
      <c:spPr bwMode="auto">
        <a:prstGeom prst="rect">
          <a:avLst/>
        </a:prstGeom>
        <a:noFill/>
        <a:ln>
          <a:noFill/>
        </a:ln>
      </c:spPr>
      <c:txPr>
        <a:bodyPr/>
        <a:p>
          <a:pPr>
            <a:defRPr sz="1600"/>
          </a:pPr>
          <a:endParaRPr/>
        </a:p>
      </c:txPr>
    </c:title>
    <c:autoTitleDeleted val="0"/>
    <c:plotArea>
      <c:layout/>
      <c:barChart>
        <c:barDir val="col"/>
        <c:grouping val="clustered"/>
        <c:varyColors val="0"/>
        <c:ser>
          <c:idx val="0"/>
          <c:order val="0"/>
          <c:tx>
            <c:strRef>
              <c:f xml:space="preserve">label 0</c:f>
              <c:strCache>
                <c:ptCount val="1"/>
                <c:pt idx="0">
                  <c:v xml:space="preserve">Series 1</c:v>
                </c:pt>
              </c:strCache>
            </c:strRef>
          </c:tx>
          <c:spPr bwMode="auto">
            <a:prstGeom prst="rect">
              <a:avLst/>
            </a:prstGeom>
            <a:solidFill>
              <a:srgbClr val="2E75B6"/>
            </a:solidFill>
            <a:ln>
              <a:noFill/>
            </a:ln>
          </c:spPr>
          <c:invertIfNegative val="0"/>
          <c:dLbls>
            <c:dLblPos val="outEnd"/>
            <c:separator xml:space="preserve">; </c:separator>
            <c:showBubbleSize val="0"/>
            <c:showCatName val="0"/>
            <c:showLeaderLines val="0"/>
            <c:showLegendKey val="0"/>
            <c:showPercent val="0"/>
            <c:showSerName val="0"/>
            <c:showVal val="0"/>
            <c:txPr>
              <a:bodyPr/>
              <a:lstStyle/>
              <a:p>
                <a:pPr>
                  <a:defRPr sz="2800" b="0" strike="noStrike" spc="-1">
                    <a:solidFill>
                      <a:srgbClr val="000000"/>
                    </a:solidFill>
                    <a:latin typeface="Calibri"/>
                    <a:ea typeface="Arial"/>
                  </a:defRPr>
                </a:pPr>
                <a:endParaRPr/>
              </a:p>
            </c:txPr>
          </c:dLbls>
          <c:cat>
            <c:strRef>
              <c:f>categories</c:f>
              <c:strCache>
                <c:ptCount val="4"/>
                <c:pt idx="0">
                  <c:v xml:space="preserve">Category 1</c:v>
                </c:pt>
                <c:pt idx="1">
                  <c:v xml:space="preserve">Category 2</c:v>
                </c:pt>
                <c:pt idx="2">
                  <c:v xml:space="preserve">Category 3</c:v>
                </c:pt>
                <c:pt idx="3">
                  <c:v xml:space="preserve">Category 4</c:v>
                </c:pt>
              </c:strCache>
            </c:strRef>
          </c:cat>
          <c:val>
            <c:numRef>
              <c:f>0</c:f>
              <c:numCache>
                <c:formatCode>General</c:formatCode>
                <c:ptCount val="4"/>
                <c:pt idx="0">
                  <c:v>4.3</c:v>
                </c:pt>
                <c:pt idx="1">
                  <c:v>2.5</c:v>
                </c:pt>
                <c:pt idx="2">
                  <c:v>3.5</c:v>
                </c:pt>
                <c:pt idx="3">
                  <c:v>4.5</c:v>
                </c:pt>
              </c:numCache>
            </c:numRef>
          </c:val>
        </c:ser>
        <c:ser>
          <c:idx val="1"/>
          <c:order val="1"/>
          <c:tx>
            <c:strRef>
              <c:f xml:space="preserve">label 1</c:f>
              <c:strCache>
                <c:ptCount val="1"/>
                <c:pt idx="0">
                  <c:v xml:space="preserve">Series 2</c:v>
                </c:pt>
              </c:strCache>
            </c:strRef>
          </c:tx>
          <c:spPr bwMode="auto">
            <a:prstGeom prst="rect">
              <a:avLst/>
            </a:prstGeom>
            <a:solidFill>
              <a:srgbClr val="ED7D31"/>
            </a:solidFill>
            <a:ln>
              <a:noFill/>
            </a:ln>
          </c:spPr>
          <c:invertIfNegative val="0"/>
          <c:dLbls>
            <c:dLblPos val="outEnd"/>
            <c:separator xml:space="preserve">; </c:separator>
            <c:showBubbleSize val="0"/>
            <c:showCatName val="0"/>
            <c:showLeaderLines val="0"/>
            <c:showLegendKey val="0"/>
            <c:showPercent val="0"/>
            <c:showSerName val="0"/>
            <c:showVal val="0"/>
            <c:txPr>
              <a:bodyPr/>
              <a:lstStyle/>
              <a:p>
                <a:pPr>
                  <a:defRPr sz="2800" b="0" strike="noStrike" spc="-1">
                    <a:solidFill>
                      <a:srgbClr val="000000"/>
                    </a:solidFill>
                    <a:latin typeface="Calibri"/>
                    <a:ea typeface="Arial"/>
                  </a:defRPr>
                </a:pPr>
                <a:endParaRPr/>
              </a:p>
            </c:txPr>
          </c:dLbls>
          <c:cat>
            <c:strRef>
              <c:f>categories</c:f>
              <c:strCache>
                <c:ptCount val="4"/>
                <c:pt idx="0">
                  <c:v xml:space="preserve">Category 1</c:v>
                </c:pt>
                <c:pt idx="1">
                  <c:v xml:space="preserve">Category 2</c:v>
                </c:pt>
                <c:pt idx="2">
                  <c:v xml:space="preserve">Category 3</c:v>
                </c:pt>
                <c:pt idx="3">
                  <c:v xml:space="preserve">Category 4</c:v>
                </c:pt>
              </c:strCache>
            </c:strRef>
          </c:cat>
          <c:val>
            <c:numRef>
              <c:f>1</c:f>
              <c:numCache>
                <c:formatCode>General</c:formatCode>
                <c:ptCount val="4"/>
                <c:pt idx="0">
                  <c:v>2.4</c:v>
                </c:pt>
                <c:pt idx="1">
                  <c:v>4.4</c:v>
                </c:pt>
                <c:pt idx="2">
                  <c:v>1.8</c:v>
                </c:pt>
                <c:pt idx="3">
                  <c:v>2.8</c:v>
                </c:pt>
              </c:numCache>
            </c:numRef>
          </c:val>
        </c:ser>
        <c:ser>
          <c:idx val="2"/>
          <c:order val="2"/>
          <c:tx>
            <c:strRef>
              <c:f xml:space="preserve">label 2</c:f>
              <c:strCache>
                <c:ptCount val="1"/>
                <c:pt idx="0">
                  <c:v xml:space="preserve">Series 3</c:v>
                </c:pt>
              </c:strCache>
            </c:strRef>
          </c:tx>
          <c:spPr bwMode="auto">
            <a:prstGeom prst="rect">
              <a:avLst/>
            </a:prstGeom>
            <a:solidFill>
              <a:srgbClr val="4472C4"/>
            </a:solidFill>
            <a:ln>
              <a:noFill/>
            </a:ln>
          </c:spPr>
          <c:invertIfNegative val="0"/>
          <c:dLbls>
            <c:dLblPos val="outEnd"/>
            <c:separator xml:space="preserve">; </c:separator>
            <c:showBubbleSize val="0"/>
            <c:showCatName val="0"/>
            <c:showLeaderLines val="0"/>
            <c:showLegendKey val="0"/>
            <c:showPercent val="0"/>
            <c:showSerName val="0"/>
            <c:showVal val="0"/>
            <c:txPr>
              <a:bodyPr/>
              <a:lstStyle/>
              <a:p>
                <a:pPr>
                  <a:defRPr sz="2800" b="0" strike="noStrike" spc="-1">
                    <a:solidFill>
                      <a:srgbClr val="000000"/>
                    </a:solidFill>
                    <a:latin typeface="Calibri"/>
                    <a:ea typeface="Arial"/>
                  </a:defRPr>
                </a:pPr>
                <a:endParaRPr/>
              </a:p>
            </c:txPr>
          </c:dLbls>
          <c:cat>
            <c:strRef>
              <c:f>categories</c:f>
              <c:strCache>
                <c:ptCount val="4"/>
                <c:pt idx="0">
                  <c:v xml:space="preserve">Category 1</c:v>
                </c:pt>
                <c:pt idx="1">
                  <c:v xml:space="preserve">Category 2</c:v>
                </c:pt>
                <c:pt idx="2">
                  <c:v xml:space="preserve">Category 3</c:v>
                </c:pt>
                <c:pt idx="3">
                  <c:v xml:space="preserve">Category 4</c:v>
                </c:pt>
              </c:strCache>
            </c:strRef>
          </c:cat>
          <c:val>
            <c:numRef>
              <c:f>2</c:f>
              <c:numCache>
                <c:formatCode>General</c:formatCode>
                <c:ptCount val="4"/>
                <c:pt idx="0">
                  <c:v>2</c:v>
                </c:pt>
                <c:pt idx="1">
                  <c:v>2</c:v>
                </c:pt>
                <c:pt idx="2">
                  <c:v>3</c:v>
                </c:pt>
                <c:pt idx="3">
                  <c:v>5</c:v>
                </c:pt>
              </c:numCache>
            </c:numRef>
          </c:val>
        </c:ser>
        <c:dLbls>
          <c:showBubbleSize val="0"/>
          <c:showCatName val="0"/>
          <c:showLeaderLines val="0"/>
          <c:showLegendKey val="0"/>
          <c:showPercent val="0"/>
          <c:showSerName val="0"/>
          <c:showVal val="0"/>
        </c:dLbls>
        <c:gapWidth val="219"/>
        <c:overlap val="-27"/>
        <c:axId val="75359427"/>
        <c:axId val="54142970"/>
      </c:barChart>
      <c:catAx>
        <c:axId val="75359427"/>
        <c:scaling>
          <c:orientation val="minMax"/>
        </c:scaling>
        <c:delete val="0"/>
        <c:axPos val="b"/>
        <c:numFmt formatCode="[$-409]mm/dd/yyyy" sourceLinked="1"/>
        <c:majorTickMark val="none"/>
        <c:minorTickMark val="none"/>
        <c:tickLblPos val="nextTo"/>
        <c:spPr bwMode="auto">
          <a:prstGeom prst="rect">
            <a:avLst/>
          </a:prstGeom>
          <a:ln w="9360">
            <a:solidFill>
              <a:srgbClr val="D9D9D9"/>
            </a:solidFill>
            <a:round/>
          </a:ln>
        </c:spPr>
        <c:txPr>
          <a:bodyPr/>
          <a:lstStyle/>
          <a:p>
            <a:pPr>
              <a:defRPr sz="1400" b="0" strike="noStrike" spc="0">
                <a:solidFill>
                  <a:srgbClr val="595959"/>
                </a:solidFill>
                <a:latin typeface="Calibri"/>
                <a:ea typeface="Arial"/>
              </a:defRPr>
            </a:pPr>
            <a:endParaRPr/>
          </a:p>
        </c:txPr>
        <c:crossAx val="54142970"/>
        <c:crosses val="autoZero"/>
        <c:auto val="1"/>
        <c:lblAlgn val="ctr"/>
        <c:lblOffset val="100"/>
        <c:noMultiLvlLbl val="0"/>
      </c:catAx>
      <c:valAx>
        <c:axId val="54142970"/>
        <c:scaling>
          <c:orientation val="minMax"/>
        </c:scaling>
        <c:delete val="0"/>
        <c:axPos val="l"/>
        <c:majorGridlines>
          <c:spPr bwMode="auto">
            <a:prstGeom prst="rect">
              <a:avLst/>
            </a:prstGeom>
            <a:ln w="9360">
              <a:solidFill>
                <a:srgbClr val="D9D9D9"/>
              </a:solidFill>
              <a:round/>
            </a:ln>
          </c:spPr>
        </c:majorGridlines>
        <c:numFmt formatCode="General" sourceLinked="0"/>
        <c:majorTickMark val="none"/>
        <c:minorTickMark val="none"/>
        <c:tickLblPos val="nextTo"/>
        <c:spPr bwMode="auto">
          <a:prstGeom prst="rect">
            <a:avLst/>
          </a:prstGeom>
          <a:ln w="6480">
            <a:noFill/>
          </a:ln>
        </c:spPr>
        <c:txPr>
          <a:bodyPr/>
          <a:lstStyle/>
          <a:p>
            <a:pPr>
              <a:defRPr sz="1400" b="0" strike="noStrike" spc="0">
                <a:solidFill>
                  <a:srgbClr val="595959"/>
                </a:solidFill>
                <a:latin typeface="Calibri"/>
                <a:ea typeface="Arial"/>
              </a:defRPr>
            </a:pPr>
            <a:endParaRPr/>
          </a:p>
        </c:txPr>
        <c:crossAx val="75359427"/>
        <c:crosses val="autoZero"/>
        <c:crossBetween val="between"/>
      </c:valAx>
      <c:spPr bwMode="auto">
        <a:prstGeom prst="rect">
          <a:avLst/>
        </a:prstGeom>
        <a:noFill/>
        <a:ln>
          <a:noFill/>
        </a:ln>
      </c:spPr>
    </c:plotArea>
    <c:legend>
      <c:legendPos val="b"/>
      <c:layout/>
      <c:overlay val="0"/>
      <c:spPr bwMode="auto">
        <a:prstGeom prst="rect">
          <a:avLst/>
        </a:prstGeom>
        <a:noFill/>
        <a:ln>
          <a:noFill/>
        </a:ln>
      </c:spPr>
      <c:txPr>
        <a:bodyPr/>
        <a:lstStyle/>
        <a:p>
          <a:pPr>
            <a:defRPr sz="1400" b="0" strike="noStrike" spc="0">
              <a:solidFill>
                <a:srgbClr val="595959"/>
              </a:solidFill>
              <a:latin typeface="Calibri"/>
              <a:ea typeface="Arial"/>
            </a:defRPr>
          </a:pPr>
          <a:endParaRPr/>
        </a:p>
      </c:txPr>
    </c:legend>
    <c:plotVisOnly val="1"/>
    <c:dispBlanksAs val="gap"/>
    <c:showDLblsOverMax val="0"/>
  </c:chart>
  <c:spPr bwMode="auto">
    <a:xfrm>
      <a:off x="0" y="0"/>
      <a:ext cx="4724993" cy="3672824"/>
    </a:xfrm>
    <a:prstGeom prst="rect">
      <a:avLst/>
    </a:prstGeom>
    <a:noFill/>
    <a:ln w="9360">
      <a:noFill/>
    </a:ln>
  </c:spPr>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blank" userDrawn="1">
  <p:cSld name="Blank Slide">
    <p:spTree>
      <p:nvGrpSpPr>
        <p:cNvPr id="1" name="" hidden="0"/>
        <p:cNvGrpSpPr/>
        <p:nvPr isPhoto="0" userDrawn="0"/>
      </p:nvGrpSpPr>
      <p:grpSpPr bwMode="auto">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x" userDrawn="1">
  <p:cSld name="Title Slide">
    <p:spTree>
      <p:nvGrpSpPr>
        <p:cNvPr id="1" name="" hidden="0"/>
        <p:cNvGrpSpPr/>
        <p:nvPr isPhoto="0" userDrawn="0"/>
      </p:nvGrpSpPr>
      <p:grpSpPr bwMode="auto">
        <a:xfrm>
          <a:off x="0" y="0"/>
          <a:ext cx="0" cy="0"/>
          <a:chOff x="0" y="0"/>
          <a:chExt cx="0" cy="0"/>
        </a:xfrm>
      </p:grpSpPr>
      <p:sp>
        <p:nvSpPr>
          <p:cNvPr id="11" name="PlaceHolder 1" hidden="0"/>
          <p:cNvSpPr>
            <a:spLocks noGrp="1"/>
          </p:cNvSpPr>
          <p:nvPr isPhoto="0" userDrawn="0">
            <p:ph type="title" hasCustomPrompt="0"/>
          </p:nvPr>
        </p:nvSpPr>
        <p:spPr bwMode="auto">
          <a:xfrm>
            <a:off x="548640" y="1172571"/>
            <a:ext cx="9875340" cy="4908021"/>
          </a:xfrm>
          <a:prstGeom prst="rect">
            <a:avLst/>
          </a:prstGeom>
        </p:spPr>
        <p:txBody>
          <a:bodyPr lIns="0" tIns="0" rIns="0" bIns="0" anchor="ctr">
            <a:noAutofit/>
          </a:bodyPr>
          <a:p>
            <a:pPr>
              <a:defRPr/>
            </a:pPr>
            <a:endParaRPr lang="en-US" sz="1800" b="0" strike="noStrike" spc="-1">
              <a:solidFill>
                <a:srgbClr val="000000"/>
              </a:solidFill>
              <a:latin typeface="Calibri"/>
            </a:endParaRPr>
          </a:p>
        </p:txBody>
      </p:sp>
      <p:sp>
        <p:nvSpPr>
          <p:cNvPr id="12" name="PlaceHolder 2" hidden="0"/>
          <p:cNvSpPr>
            <a:spLocks noGrp="1"/>
          </p:cNvSpPr>
          <p:nvPr isPhoto="0" userDrawn="0">
            <p:ph type="subTitle" hasCustomPrompt="0"/>
          </p:nvPr>
        </p:nvSpPr>
        <p:spPr bwMode="auto">
          <a:xfrm>
            <a:off x="548640" y="6877478"/>
            <a:ext cx="9875340" cy="17046835"/>
          </a:xfrm>
          <a:prstGeom prst="rect">
            <a:avLst/>
          </a:prstGeom>
        </p:spPr>
        <p:txBody>
          <a:bodyPr lIns="0" tIns="0" rIns="0" bIns="0" anchor="ctr">
            <a:noAutofit/>
          </a:bodyPr>
          <a:p>
            <a:pPr algn="ctr">
              <a:defRPr/>
            </a:pP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obj" userDrawn="1">
  <p:cSld name="Title, Content">
    <p:spTree>
      <p:nvGrpSpPr>
        <p:cNvPr id="1" name="" hidden="0"/>
        <p:cNvGrpSpPr/>
        <p:nvPr isPhoto="0" userDrawn="0"/>
      </p:nvGrpSpPr>
      <p:grpSpPr bwMode="auto">
        <a:xfrm>
          <a:off x="0" y="0"/>
          <a:ext cx="0" cy="0"/>
          <a:chOff x="0" y="0"/>
          <a:chExt cx="0" cy="0"/>
        </a:xfrm>
      </p:grpSpPr>
      <p:sp>
        <p:nvSpPr>
          <p:cNvPr id="13" name="PlaceHolder 1" hidden="0"/>
          <p:cNvSpPr>
            <a:spLocks noGrp="1"/>
          </p:cNvSpPr>
          <p:nvPr isPhoto="0" userDrawn="0">
            <p:ph type="title" hasCustomPrompt="0"/>
          </p:nvPr>
        </p:nvSpPr>
        <p:spPr bwMode="auto">
          <a:xfrm>
            <a:off x="548640" y="1172571"/>
            <a:ext cx="9875340" cy="4908021"/>
          </a:xfrm>
          <a:prstGeom prst="rect">
            <a:avLst/>
          </a:prstGeom>
        </p:spPr>
        <p:txBody>
          <a:bodyPr lIns="0" tIns="0" rIns="0" bIns="0" anchor="ctr">
            <a:noAutofit/>
          </a:bodyPr>
          <a:p>
            <a:pPr>
              <a:defRPr/>
            </a:pPr>
            <a:endParaRPr lang="en-US" sz="1800" b="0" strike="noStrike" spc="-1">
              <a:solidFill>
                <a:srgbClr val="000000"/>
              </a:solidFill>
              <a:latin typeface="Calibri"/>
            </a:endParaRPr>
          </a:p>
        </p:txBody>
      </p:sp>
      <p:sp>
        <p:nvSpPr>
          <p:cNvPr id="14" name="PlaceHolder 2" hidden="0"/>
          <p:cNvSpPr>
            <a:spLocks noGrp="1"/>
          </p:cNvSpPr>
          <p:nvPr isPhoto="0" userDrawn="0">
            <p:ph type="body" hasCustomPrompt="0"/>
          </p:nvPr>
        </p:nvSpPr>
        <p:spPr bwMode="auto">
          <a:xfrm>
            <a:off x="548640" y="6877478"/>
            <a:ext cx="9875340" cy="17046835"/>
          </a:xfrm>
          <a:prstGeom prst="rect">
            <a:avLst/>
          </a:prstGeom>
        </p:spPr>
        <p:txBody>
          <a:bodyPr lIns="0" tIns="0" rIns="0" bIns="0">
            <a:normAutofit/>
          </a:bodyPr>
          <a:p>
            <a:pPr>
              <a:defRPr/>
            </a:pPr>
            <a:endParaRPr lang="en-US" sz="80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woObj" userDrawn="1">
  <p:cSld name="Title, 2 Content">
    <p:spTree>
      <p:nvGrpSpPr>
        <p:cNvPr id="1" name="" hidden="0"/>
        <p:cNvGrpSpPr/>
        <p:nvPr isPhoto="0" userDrawn="0"/>
      </p:nvGrpSpPr>
      <p:grpSpPr bwMode="auto">
        <a:xfrm>
          <a:off x="0" y="0"/>
          <a:ext cx="0" cy="0"/>
          <a:chOff x="0" y="0"/>
          <a:chExt cx="0" cy="0"/>
        </a:xfrm>
      </p:grpSpPr>
      <p:sp>
        <p:nvSpPr>
          <p:cNvPr id="15" name="PlaceHolder 1" hidden="0"/>
          <p:cNvSpPr>
            <a:spLocks noGrp="1"/>
          </p:cNvSpPr>
          <p:nvPr isPhoto="0" userDrawn="0">
            <p:ph type="title" hasCustomPrompt="0"/>
          </p:nvPr>
        </p:nvSpPr>
        <p:spPr bwMode="auto">
          <a:xfrm>
            <a:off x="548640" y="1172571"/>
            <a:ext cx="9875340" cy="4908021"/>
          </a:xfrm>
          <a:prstGeom prst="rect">
            <a:avLst/>
          </a:prstGeom>
        </p:spPr>
        <p:txBody>
          <a:bodyPr lIns="0" tIns="0" rIns="0" bIns="0" anchor="ctr">
            <a:noAutofit/>
          </a:bodyPr>
          <a:p>
            <a:pPr>
              <a:defRPr/>
            </a:pPr>
            <a:endParaRPr lang="en-US" sz="1800" b="0" strike="noStrike" spc="-1">
              <a:solidFill>
                <a:srgbClr val="000000"/>
              </a:solidFill>
              <a:latin typeface="Calibri"/>
            </a:endParaRPr>
          </a:p>
        </p:txBody>
      </p:sp>
      <p:sp>
        <p:nvSpPr>
          <p:cNvPr id="16" name="PlaceHolder 2" hidden="0"/>
          <p:cNvSpPr>
            <a:spLocks noGrp="1"/>
          </p:cNvSpPr>
          <p:nvPr isPhoto="0" userDrawn="0">
            <p:ph type="body" hasCustomPrompt="0"/>
          </p:nvPr>
        </p:nvSpPr>
        <p:spPr bwMode="auto">
          <a:xfrm>
            <a:off x="548640" y="6877478"/>
            <a:ext cx="4819140" cy="17046835"/>
          </a:xfrm>
          <a:prstGeom prst="rect">
            <a:avLst/>
          </a:prstGeom>
        </p:spPr>
        <p:txBody>
          <a:bodyPr lIns="0" tIns="0" rIns="0" bIns="0">
            <a:normAutofit/>
          </a:bodyPr>
          <a:p>
            <a:pPr>
              <a:defRPr/>
            </a:pPr>
            <a:endParaRPr lang="en-US" sz="8000" b="0" strike="noStrike" spc="-1">
              <a:solidFill>
                <a:srgbClr val="000000"/>
              </a:solidFill>
              <a:latin typeface="Calibri"/>
            </a:endParaRPr>
          </a:p>
        </p:txBody>
      </p:sp>
      <p:sp>
        <p:nvSpPr>
          <p:cNvPr id="17" name="PlaceHolder 3" hidden="0"/>
          <p:cNvSpPr>
            <a:spLocks noGrp="1"/>
          </p:cNvSpPr>
          <p:nvPr isPhoto="0" userDrawn="0">
            <p:ph type="body" hasCustomPrompt="0"/>
          </p:nvPr>
        </p:nvSpPr>
        <p:spPr bwMode="auto">
          <a:xfrm>
            <a:off x="5608980" y="6877478"/>
            <a:ext cx="4819140" cy="17046835"/>
          </a:xfrm>
          <a:prstGeom prst="rect">
            <a:avLst/>
          </a:prstGeom>
        </p:spPr>
        <p:txBody>
          <a:bodyPr lIns="0" tIns="0" rIns="0" bIns="0">
            <a:normAutofit/>
          </a:bodyPr>
          <a:p>
            <a:pPr>
              <a:defRPr/>
            </a:pPr>
            <a:endParaRPr lang="en-US" sz="80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itleOnly" userDrawn="1">
  <p:cSld name="Title Only">
    <p:spTree>
      <p:nvGrpSpPr>
        <p:cNvPr id="1" name="" hidden="0"/>
        <p:cNvGrpSpPr/>
        <p:nvPr isPhoto="0" userDrawn="0"/>
      </p:nvGrpSpPr>
      <p:grpSpPr bwMode="auto">
        <a:xfrm>
          <a:off x="0" y="0"/>
          <a:ext cx="0" cy="0"/>
          <a:chOff x="0" y="0"/>
          <a:chExt cx="0" cy="0"/>
        </a:xfrm>
      </p:grpSpPr>
      <p:sp>
        <p:nvSpPr>
          <p:cNvPr id="18" name="PlaceHolder 1" hidden="0"/>
          <p:cNvSpPr>
            <a:spLocks noGrp="1"/>
          </p:cNvSpPr>
          <p:nvPr isPhoto="0" userDrawn="0">
            <p:ph type="title" hasCustomPrompt="0"/>
          </p:nvPr>
        </p:nvSpPr>
        <p:spPr bwMode="auto">
          <a:xfrm>
            <a:off x="548640" y="1172571"/>
            <a:ext cx="9875340" cy="4908021"/>
          </a:xfrm>
          <a:prstGeom prst="rect">
            <a:avLst/>
          </a:prstGeom>
        </p:spPr>
        <p:txBody>
          <a:bodyPr lIns="0" tIns="0" rIns="0" bIns="0" anchor="ctr">
            <a:noAutofit/>
          </a:bodyPr>
          <a:p>
            <a:pPr>
              <a:defRPr/>
            </a:pPr>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objOnly" userDrawn="1">
  <p:cSld name="Centered Text">
    <p:spTree>
      <p:nvGrpSpPr>
        <p:cNvPr id="1" name="" hidden="0"/>
        <p:cNvGrpSpPr/>
        <p:nvPr isPhoto="0" userDrawn="0"/>
      </p:nvGrpSpPr>
      <p:grpSpPr bwMode="auto">
        <a:xfrm>
          <a:off x="0" y="0"/>
          <a:ext cx="0" cy="0"/>
          <a:chOff x="0" y="0"/>
          <a:chExt cx="0" cy="0"/>
        </a:xfrm>
      </p:grpSpPr>
      <p:sp>
        <p:nvSpPr>
          <p:cNvPr id="19" name="PlaceHolder 1" hidden="0"/>
          <p:cNvSpPr>
            <a:spLocks noGrp="1"/>
          </p:cNvSpPr>
          <p:nvPr isPhoto="0" userDrawn="0">
            <p:ph type="subTitle" hasCustomPrompt="0"/>
          </p:nvPr>
        </p:nvSpPr>
        <p:spPr bwMode="auto">
          <a:xfrm>
            <a:off x="548640" y="1172571"/>
            <a:ext cx="9875340" cy="22751357"/>
          </a:xfrm>
          <a:prstGeom prst="rect">
            <a:avLst/>
          </a:prstGeom>
        </p:spPr>
        <p:txBody>
          <a:bodyPr lIns="0" tIns="0" rIns="0" bIns="0" anchor="ctr">
            <a:noAutofit/>
          </a:bodyPr>
          <a:p>
            <a:pPr algn="ctr">
              <a:defRPr/>
            </a:pP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woObjAndObj" userDrawn="1">
  <p:cSld name="Title, 2 Content and Content">
    <p:spTree>
      <p:nvGrpSpPr>
        <p:cNvPr id="1" name="" hidden="0"/>
        <p:cNvGrpSpPr/>
        <p:nvPr isPhoto="0" userDrawn="0"/>
      </p:nvGrpSpPr>
      <p:grpSpPr bwMode="auto">
        <a:xfrm>
          <a:off x="0" y="0"/>
          <a:ext cx="0" cy="0"/>
          <a:chOff x="0" y="0"/>
          <a:chExt cx="0" cy="0"/>
        </a:xfrm>
      </p:grpSpPr>
      <p:sp>
        <p:nvSpPr>
          <p:cNvPr id="20" name="PlaceHolder 1" hidden="0"/>
          <p:cNvSpPr>
            <a:spLocks noGrp="1"/>
          </p:cNvSpPr>
          <p:nvPr isPhoto="0" userDrawn="0">
            <p:ph type="title" hasCustomPrompt="0"/>
          </p:nvPr>
        </p:nvSpPr>
        <p:spPr bwMode="auto">
          <a:xfrm>
            <a:off x="548640" y="1172571"/>
            <a:ext cx="9875340" cy="4908021"/>
          </a:xfrm>
          <a:prstGeom prst="rect">
            <a:avLst/>
          </a:prstGeom>
        </p:spPr>
        <p:txBody>
          <a:bodyPr lIns="0" tIns="0" rIns="0" bIns="0" anchor="ctr">
            <a:noAutofit/>
          </a:bodyPr>
          <a:p>
            <a:pPr>
              <a:defRPr/>
            </a:pPr>
            <a:endParaRPr lang="en-US" sz="1800" b="0" strike="noStrike" spc="-1">
              <a:solidFill>
                <a:srgbClr val="000000"/>
              </a:solidFill>
              <a:latin typeface="Calibri"/>
            </a:endParaRPr>
          </a:p>
        </p:txBody>
      </p:sp>
      <p:sp>
        <p:nvSpPr>
          <p:cNvPr id="21" name="PlaceHolder 2" hidden="0"/>
          <p:cNvSpPr>
            <a:spLocks noGrp="1"/>
          </p:cNvSpPr>
          <p:nvPr isPhoto="0" userDrawn="0">
            <p:ph type="body" hasCustomPrompt="0"/>
          </p:nvPr>
        </p:nvSpPr>
        <p:spPr bwMode="auto">
          <a:xfrm>
            <a:off x="548640" y="6877478"/>
            <a:ext cx="4819140" cy="8131242"/>
          </a:xfrm>
          <a:prstGeom prst="rect">
            <a:avLst/>
          </a:prstGeom>
        </p:spPr>
        <p:txBody>
          <a:bodyPr lIns="0" tIns="0" rIns="0" bIns="0">
            <a:normAutofit/>
          </a:bodyPr>
          <a:p>
            <a:pPr>
              <a:defRPr/>
            </a:pPr>
            <a:endParaRPr lang="en-US" sz="8000" b="0" strike="noStrike" spc="-1">
              <a:solidFill>
                <a:srgbClr val="000000"/>
              </a:solidFill>
              <a:latin typeface="Calibri"/>
            </a:endParaRPr>
          </a:p>
        </p:txBody>
      </p:sp>
      <p:sp>
        <p:nvSpPr>
          <p:cNvPr id="22" name="PlaceHolder 3" hidden="0"/>
          <p:cNvSpPr>
            <a:spLocks noGrp="1"/>
          </p:cNvSpPr>
          <p:nvPr isPhoto="0" userDrawn="0">
            <p:ph type="body" hasCustomPrompt="0"/>
          </p:nvPr>
        </p:nvSpPr>
        <p:spPr bwMode="auto">
          <a:xfrm>
            <a:off x="5608980" y="6877478"/>
            <a:ext cx="4819140" cy="17046835"/>
          </a:xfrm>
          <a:prstGeom prst="rect">
            <a:avLst/>
          </a:prstGeom>
        </p:spPr>
        <p:txBody>
          <a:bodyPr lIns="0" tIns="0" rIns="0" bIns="0">
            <a:normAutofit/>
          </a:bodyPr>
          <a:p>
            <a:pPr>
              <a:defRPr/>
            </a:pPr>
            <a:endParaRPr lang="en-US" sz="8000" b="0" strike="noStrike" spc="-1">
              <a:solidFill>
                <a:srgbClr val="000000"/>
              </a:solidFill>
              <a:latin typeface="Calibri"/>
            </a:endParaRPr>
          </a:p>
        </p:txBody>
      </p:sp>
      <p:sp>
        <p:nvSpPr>
          <p:cNvPr id="23" name="PlaceHolder 4" hidden="0"/>
          <p:cNvSpPr>
            <a:spLocks noGrp="1"/>
          </p:cNvSpPr>
          <p:nvPr isPhoto="0" userDrawn="0">
            <p:ph type="body" hasCustomPrompt="0"/>
          </p:nvPr>
        </p:nvSpPr>
        <p:spPr bwMode="auto">
          <a:xfrm>
            <a:off x="548640" y="15781307"/>
            <a:ext cx="4819140" cy="8131242"/>
          </a:xfrm>
          <a:prstGeom prst="rect">
            <a:avLst/>
          </a:prstGeom>
        </p:spPr>
        <p:txBody>
          <a:bodyPr lIns="0" tIns="0" rIns="0" bIns="0">
            <a:normAutofit/>
          </a:bodyPr>
          <a:p>
            <a:pPr>
              <a:defRPr/>
            </a:pPr>
            <a:endParaRPr lang="en-US" sz="80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objAndTwoObj" userDrawn="1">
  <p:cSld name="Title Content and 2 Content">
    <p:spTree>
      <p:nvGrpSpPr>
        <p:cNvPr id="1" name="" hidden="0"/>
        <p:cNvGrpSpPr/>
        <p:nvPr isPhoto="0" userDrawn="0"/>
      </p:nvGrpSpPr>
      <p:grpSpPr bwMode="auto">
        <a:xfrm>
          <a:off x="0" y="0"/>
          <a:ext cx="0" cy="0"/>
          <a:chOff x="0" y="0"/>
          <a:chExt cx="0" cy="0"/>
        </a:xfrm>
      </p:grpSpPr>
      <p:sp>
        <p:nvSpPr>
          <p:cNvPr id="24" name="PlaceHolder 1" hidden="0"/>
          <p:cNvSpPr>
            <a:spLocks noGrp="1"/>
          </p:cNvSpPr>
          <p:nvPr isPhoto="0" userDrawn="0">
            <p:ph type="title" hasCustomPrompt="0"/>
          </p:nvPr>
        </p:nvSpPr>
        <p:spPr bwMode="auto">
          <a:xfrm>
            <a:off x="548640" y="1172571"/>
            <a:ext cx="9875340" cy="4908021"/>
          </a:xfrm>
          <a:prstGeom prst="rect">
            <a:avLst/>
          </a:prstGeom>
        </p:spPr>
        <p:txBody>
          <a:bodyPr lIns="0" tIns="0" rIns="0" bIns="0" anchor="ctr">
            <a:noAutofit/>
          </a:bodyPr>
          <a:p>
            <a:pPr>
              <a:defRPr/>
            </a:pPr>
            <a:endParaRPr lang="en-US" sz="1800" b="0" strike="noStrike" spc="-1">
              <a:solidFill>
                <a:srgbClr val="000000"/>
              </a:solidFill>
              <a:latin typeface="Calibri"/>
            </a:endParaRPr>
          </a:p>
        </p:txBody>
      </p:sp>
      <p:sp>
        <p:nvSpPr>
          <p:cNvPr id="25" name="PlaceHolder 2" hidden="0"/>
          <p:cNvSpPr>
            <a:spLocks noGrp="1"/>
          </p:cNvSpPr>
          <p:nvPr isPhoto="0" userDrawn="0">
            <p:ph type="body" hasCustomPrompt="0"/>
          </p:nvPr>
        </p:nvSpPr>
        <p:spPr bwMode="auto">
          <a:xfrm>
            <a:off x="548640" y="6877478"/>
            <a:ext cx="4819140" cy="17046835"/>
          </a:xfrm>
          <a:prstGeom prst="rect">
            <a:avLst/>
          </a:prstGeom>
        </p:spPr>
        <p:txBody>
          <a:bodyPr lIns="0" tIns="0" rIns="0" bIns="0">
            <a:normAutofit/>
          </a:bodyPr>
          <a:p>
            <a:pPr>
              <a:defRPr/>
            </a:pPr>
            <a:endParaRPr lang="en-US" sz="8000" b="0" strike="noStrike" spc="-1">
              <a:solidFill>
                <a:srgbClr val="000000"/>
              </a:solidFill>
              <a:latin typeface="Calibri"/>
            </a:endParaRPr>
          </a:p>
        </p:txBody>
      </p:sp>
      <p:sp>
        <p:nvSpPr>
          <p:cNvPr id="26" name="PlaceHolder 3" hidden="0"/>
          <p:cNvSpPr>
            <a:spLocks noGrp="1"/>
          </p:cNvSpPr>
          <p:nvPr isPhoto="0" userDrawn="0">
            <p:ph type="body" hasCustomPrompt="0"/>
          </p:nvPr>
        </p:nvSpPr>
        <p:spPr bwMode="auto">
          <a:xfrm>
            <a:off x="5608980" y="6877478"/>
            <a:ext cx="4819140" cy="8131242"/>
          </a:xfrm>
          <a:prstGeom prst="rect">
            <a:avLst/>
          </a:prstGeom>
        </p:spPr>
        <p:txBody>
          <a:bodyPr lIns="0" tIns="0" rIns="0" bIns="0">
            <a:normAutofit/>
          </a:bodyPr>
          <a:p>
            <a:pPr>
              <a:defRPr/>
            </a:pPr>
            <a:endParaRPr lang="en-US" sz="8000" b="0" strike="noStrike" spc="-1">
              <a:solidFill>
                <a:srgbClr val="000000"/>
              </a:solidFill>
              <a:latin typeface="Calibri"/>
            </a:endParaRPr>
          </a:p>
        </p:txBody>
      </p:sp>
      <p:sp>
        <p:nvSpPr>
          <p:cNvPr id="27" name="PlaceHolder 4" hidden="0"/>
          <p:cNvSpPr>
            <a:spLocks noGrp="1"/>
          </p:cNvSpPr>
          <p:nvPr isPhoto="0" userDrawn="0">
            <p:ph type="body" hasCustomPrompt="0"/>
          </p:nvPr>
        </p:nvSpPr>
        <p:spPr bwMode="auto">
          <a:xfrm>
            <a:off x="5608980" y="15781307"/>
            <a:ext cx="4819140" cy="8131242"/>
          </a:xfrm>
          <a:prstGeom prst="rect">
            <a:avLst/>
          </a:prstGeom>
        </p:spPr>
        <p:txBody>
          <a:bodyPr lIns="0" tIns="0" rIns="0" bIns="0">
            <a:normAutofit/>
          </a:bodyPr>
          <a:p>
            <a:pPr>
              <a:defRPr/>
            </a:pPr>
            <a:endParaRPr lang="en-US" sz="80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woObjOverTx" userDrawn="1">
  <p:cSld name="Title, 2 Content over Content">
    <p:spTree>
      <p:nvGrpSpPr>
        <p:cNvPr id="1" name="" hidden="0"/>
        <p:cNvGrpSpPr/>
        <p:nvPr isPhoto="0" userDrawn="0"/>
      </p:nvGrpSpPr>
      <p:grpSpPr bwMode="auto">
        <a:xfrm>
          <a:off x="0" y="0"/>
          <a:ext cx="0" cy="0"/>
          <a:chOff x="0" y="0"/>
          <a:chExt cx="0" cy="0"/>
        </a:xfrm>
      </p:grpSpPr>
      <p:sp>
        <p:nvSpPr>
          <p:cNvPr id="28" name="PlaceHolder 1" hidden="0"/>
          <p:cNvSpPr>
            <a:spLocks noGrp="1"/>
          </p:cNvSpPr>
          <p:nvPr isPhoto="0" userDrawn="0">
            <p:ph type="title" hasCustomPrompt="0"/>
          </p:nvPr>
        </p:nvSpPr>
        <p:spPr bwMode="auto">
          <a:xfrm>
            <a:off x="548640" y="1172571"/>
            <a:ext cx="9875340" cy="4908021"/>
          </a:xfrm>
          <a:prstGeom prst="rect">
            <a:avLst/>
          </a:prstGeom>
        </p:spPr>
        <p:txBody>
          <a:bodyPr lIns="0" tIns="0" rIns="0" bIns="0" anchor="ctr">
            <a:noAutofit/>
          </a:bodyPr>
          <a:p>
            <a:pPr>
              <a:defRPr/>
            </a:pPr>
            <a:endParaRPr lang="en-US" sz="1800" b="0" strike="noStrike" spc="-1">
              <a:solidFill>
                <a:srgbClr val="000000"/>
              </a:solidFill>
              <a:latin typeface="Calibri"/>
            </a:endParaRPr>
          </a:p>
        </p:txBody>
      </p:sp>
      <p:sp>
        <p:nvSpPr>
          <p:cNvPr id="29" name="PlaceHolder 2" hidden="0"/>
          <p:cNvSpPr>
            <a:spLocks noGrp="1"/>
          </p:cNvSpPr>
          <p:nvPr isPhoto="0" userDrawn="0">
            <p:ph type="body" hasCustomPrompt="0"/>
          </p:nvPr>
        </p:nvSpPr>
        <p:spPr bwMode="auto">
          <a:xfrm>
            <a:off x="548640" y="6877478"/>
            <a:ext cx="4819140" cy="8131242"/>
          </a:xfrm>
          <a:prstGeom prst="rect">
            <a:avLst/>
          </a:prstGeom>
        </p:spPr>
        <p:txBody>
          <a:bodyPr lIns="0" tIns="0" rIns="0" bIns="0">
            <a:normAutofit/>
          </a:bodyPr>
          <a:p>
            <a:pPr>
              <a:defRPr/>
            </a:pPr>
            <a:endParaRPr lang="en-US" sz="8000" b="0" strike="noStrike" spc="-1">
              <a:solidFill>
                <a:srgbClr val="000000"/>
              </a:solidFill>
              <a:latin typeface="Calibri"/>
            </a:endParaRPr>
          </a:p>
        </p:txBody>
      </p:sp>
      <p:sp>
        <p:nvSpPr>
          <p:cNvPr id="30" name="PlaceHolder 3" hidden="0"/>
          <p:cNvSpPr>
            <a:spLocks noGrp="1"/>
          </p:cNvSpPr>
          <p:nvPr isPhoto="0" userDrawn="0">
            <p:ph type="body" hasCustomPrompt="0"/>
          </p:nvPr>
        </p:nvSpPr>
        <p:spPr bwMode="auto">
          <a:xfrm>
            <a:off x="5608980" y="6877478"/>
            <a:ext cx="4819140" cy="8131242"/>
          </a:xfrm>
          <a:prstGeom prst="rect">
            <a:avLst/>
          </a:prstGeom>
        </p:spPr>
        <p:txBody>
          <a:bodyPr lIns="0" tIns="0" rIns="0" bIns="0">
            <a:normAutofit/>
          </a:bodyPr>
          <a:p>
            <a:pPr>
              <a:defRPr/>
            </a:pPr>
            <a:endParaRPr lang="en-US" sz="8000" b="0" strike="noStrike" spc="-1">
              <a:solidFill>
                <a:srgbClr val="000000"/>
              </a:solidFill>
              <a:latin typeface="Calibri"/>
            </a:endParaRPr>
          </a:p>
        </p:txBody>
      </p:sp>
      <p:sp>
        <p:nvSpPr>
          <p:cNvPr id="31" name="PlaceHolder 4" hidden="0"/>
          <p:cNvSpPr>
            <a:spLocks noGrp="1"/>
          </p:cNvSpPr>
          <p:nvPr isPhoto="0" userDrawn="0">
            <p:ph type="body" hasCustomPrompt="0"/>
          </p:nvPr>
        </p:nvSpPr>
        <p:spPr bwMode="auto">
          <a:xfrm>
            <a:off x="548640" y="15781307"/>
            <a:ext cx="9875340" cy="8131242"/>
          </a:xfrm>
          <a:prstGeom prst="rect">
            <a:avLst/>
          </a:prstGeom>
        </p:spPr>
        <p:txBody>
          <a:bodyPr lIns="0" tIns="0" rIns="0" bIns="0">
            <a:normAutofit/>
          </a:bodyPr>
          <a:p>
            <a:pPr>
              <a:defRPr/>
            </a:pPr>
            <a:endParaRPr lang="en-US" sz="80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objOverTx" userDrawn="1">
  <p:cSld name="Title, Content over Content">
    <p:spTree>
      <p:nvGrpSpPr>
        <p:cNvPr id="1" name="" hidden="0"/>
        <p:cNvGrpSpPr/>
        <p:nvPr isPhoto="0" userDrawn="0"/>
      </p:nvGrpSpPr>
      <p:grpSpPr bwMode="auto">
        <a:xfrm>
          <a:off x="0" y="0"/>
          <a:ext cx="0" cy="0"/>
          <a:chOff x="0" y="0"/>
          <a:chExt cx="0" cy="0"/>
        </a:xfrm>
      </p:grpSpPr>
      <p:sp>
        <p:nvSpPr>
          <p:cNvPr id="32" name="PlaceHolder 1" hidden="0"/>
          <p:cNvSpPr>
            <a:spLocks noGrp="1"/>
          </p:cNvSpPr>
          <p:nvPr isPhoto="0" userDrawn="0">
            <p:ph type="title" hasCustomPrompt="0"/>
          </p:nvPr>
        </p:nvSpPr>
        <p:spPr bwMode="auto">
          <a:xfrm>
            <a:off x="548640" y="1172571"/>
            <a:ext cx="9875340" cy="4908021"/>
          </a:xfrm>
          <a:prstGeom prst="rect">
            <a:avLst/>
          </a:prstGeom>
        </p:spPr>
        <p:txBody>
          <a:bodyPr lIns="0" tIns="0" rIns="0" bIns="0" anchor="ctr">
            <a:noAutofit/>
          </a:bodyPr>
          <a:p>
            <a:pPr>
              <a:defRPr/>
            </a:pPr>
            <a:endParaRPr lang="en-US" sz="1800" b="0" strike="noStrike" spc="-1">
              <a:solidFill>
                <a:srgbClr val="000000"/>
              </a:solidFill>
              <a:latin typeface="Calibri"/>
            </a:endParaRPr>
          </a:p>
        </p:txBody>
      </p:sp>
      <p:sp>
        <p:nvSpPr>
          <p:cNvPr id="33" name="PlaceHolder 2" hidden="0"/>
          <p:cNvSpPr>
            <a:spLocks noGrp="1"/>
          </p:cNvSpPr>
          <p:nvPr isPhoto="0" userDrawn="0">
            <p:ph type="body" hasCustomPrompt="0"/>
          </p:nvPr>
        </p:nvSpPr>
        <p:spPr bwMode="auto">
          <a:xfrm>
            <a:off x="548640" y="6877478"/>
            <a:ext cx="9875340" cy="8131242"/>
          </a:xfrm>
          <a:prstGeom prst="rect">
            <a:avLst/>
          </a:prstGeom>
        </p:spPr>
        <p:txBody>
          <a:bodyPr lIns="0" tIns="0" rIns="0" bIns="0">
            <a:normAutofit/>
          </a:bodyPr>
          <a:p>
            <a:pPr>
              <a:defRPr/>
            </a:pPr>
            <a:endParaRPr lang="en-US" sz="8000" b="0" strike="noStrike" spc="-1">
              <a:solidFill>
                <a:srgbClr val="000000"/>
              </a:solidFill>
              <a:latin typeface="Calibri"/>
            </a:endParaRPr>
          </a:p>
        </p:txBody>
      </p:sp>
      <p:sp>
        <p:nvSpPr>
          <p:cNvPr id="34" name="PlaceHolder 3" hidden="0"/>
          <p:cNvSpPr>
            <a:spLocks noGrp="1"/>
          </p:cNvSpPr>
          <p:nvPr isPhoto="0" userDrawn="0">
            <p:ph type="body" hasCustomPrompt="0"/>
          </p:nvPr>
        </p:nvSpPr>
        <p:spPr bwMode="auto">
          <a:xfrm>
            <a:off x="548640" y="15781307"/>
            <a:ext cx="9875340" cy="8131242"/>
          </a:xfrm>
          <a:prstGeom prst="rect">
            <a:avLst/>
          </a:prstGeom>
        </p:spPr>
        <p:txBody>
          <a:bodyPr lIns="0" tIns="0" rIns="0" bIns="0">
            <a:normAutofit/>
          </a:bodyPr>
          <a:p>
            <a:pPr>
              <a:defRPr/>
            </a:pPr>
            <a:endParaRPr lang="en-US" sz="80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fourObj" userDrawn="1">
  <p:cSld name="Title, 4 Content">
    <p:spTree>
      <p:nvGrpSpPr>
        <p:cNvPr id="1" name="" hidden="0"/>
        <p:cNvGrpSpPr/>
        <p:nvPr isPhoto="0" userDrawn="0"/>
      </p:nvGrpSpPr>
      <p:grpSpPr bwMode="auto">
        <a:xfrm>
          <a:off x="0" y="0"/>
          <a:ext cx="0" cy="0"/>
          <a:chOff x="0" y="0"/>
          <a:chExt cx="0" cy="0"/>
        </a:xfrm>
      </p:grpSpPr>
      <p:sp>
        <p:nvSpPr>
          <p:cNvPr id="35" name="PlaceHolder 1" hidden="0"/>
          <p:cNvSpPr>
            <a:spLocks noGrp="1"/>
          </p:cNvSpPr>
          <p:nvPr isPhoto="0" userDrawn="0">
            <p:ph type="title" hasCustomPrompt="0"/>
          </p:nvPr>
        </p:nvSpPr>
        <p:spPr bwMode="auto">
          <a:xfrm>
            <a:off x="548640" y="1172571"/>
            <a:ext cx="9875340" cy="4908021"/>
          </a:xfrm>
          <a:prstGeom prst="rect">
            <a:avLst/>
          </a:prstGeom>
        </p:spPr>
        <p:txBody>
          <a:bodyPr lIns="0" tIns="0" rIns="0" bIns="0" anchor="ctr">
            <a:noAutofit/>
          </a:bodyPr>
          <a:p>
            <a:pPr>
              <a:defRPr/>
            </a:pPr>
            <a:endParaRPr lang="en-US" sz="1800" b="0" strike="noStrike" spc="-1">
              <a:solidFill>
                <a:srgbClr val="000000"/>
              </a:solidFill>
              <a:latin typeface="Calibri"/>
            </a:endParaRPr>
          </a:p>
        </p:txBody>
      </p:sp>
      <p:sp>
        <p:nvSpPr>
          <p:cNvPr id="36" name="PlaceHolder 2" hidden="0"/>
          <p:cNvSpPr>
            <a:spLocks noGrp="1"/>
          </p:cNvSpPr>
          <p:nvPr isPhoto="0" userDrawn="0">
            <p:ph type="body" hasCustomPrompt="0"/>
          </p:nvPr>
        </p:nvSpPr>
        <p:spPr bwMode="auto">
          <a:xfrm>
            <a:off x="548640" y="6877478"/>
            <a:ext cx="4819140" cy="8131242"/>
          </a:xfrm>
          <a:prstGeom prst="rect">
            <a:avLst/>
          </a:prstGeom>
        </p:spPr>
        <p:txBody>
          <a:bodyPr lIns="0" tIns="0" rIns="0" bIns="0">
            <a:normAutofit/>
          </a:bodyPr>
          <a:p>
            <a:pPr>
              <a:defRPr/>
            </a:pPr>
            <a:endParaRPr lang="en-US" sz="8000" b="0" strike="noStrike" spc="-1">
              <a:solidFill>
                <a:srgbClr val="000000"/>
              </a:solidFill>
              <a:latin typeface="Calibri"/>
            </a:endParaRPr>
          </a:p>
        </p:txBody>
      </p:sp>
      <p:sp>
        <p:nvSpPr>
          <p:cNvPr id="37" name="PlaceHolder 3" hidden="0"/>
          <p:cNvSpPr>
            <a:spLocks noGrp="1"/>
          </p:cNvSpPr>
          <p:nvPr isPhoto="0" userDrawn="0">
            <p:ph type="body" hasCustomPrompt="0"/>
          </p:nvPr>
        </p:nvSpPr>
        <p:spPr bwMode="auto">
          <a:xfrm>
            <a:off x="5608980" y="6877478"/>
            <a:ext cx="4819140" cy="8131242"/>
          </a:xfrm>
          <a:prstGeom prst="rect">
            <a:avLst/>
          </a:prstGeom>
        </p:spPr>
        <p:txBody>
          <a:bodyPr lIns="0" tIns="0" rIns="0" bIns="0">
            <a:normAutofit/>
          </a:bodyPr>
          <a:p>
            <a:pPr>
              <a:defRPr/>
            </a:pPr>
            <a:endParaRPr lang="en-US" sz="8000" b="0" strike="noStrike" spc="-1">
              <a:solidFill>
                <a:srgbClr val="000000"/>
              </a:solidFill>
              <a:latin typeface="Calibri"/>
            </a:endParaRPr>
          </a:p>
        </p:txBody>
      </p:sp>
      <p:sp>
        <p:nvSpPr>
          <p:cNvPr id="38" name="PlaceHolder 4" hidden="0"/>
          <p:cNvSpPr>
            <a:spLocks noGrp="1"/>
          </p:cNvSpPr>
          <p:nvPr isPhoto="0" userDrawn="0">
            <p:ph type="body" hasCustomPrompt="0"/>
          </p:nvPr>
        </p:nvSpPr>
        <p:spPr bwMode="auto">
          <a:xfrm>
            <a:off x="548640" y="15781307"/>
            <a:ext cx="4819140" cy="8131242"/>
          </a:xfrm>
          <a:prstGeom prst="rect">
            <a:avLst/>
          </a:prstGeom>
        </p:spPr>
        <p:txBody>
          <a:bodyPr lIns="0" tIns="0" rIns="0" bIns="0">
            <a:normAutofit/>
          </a:bodyPr>
          <a:p>
            <a:pPr>
              <a:defRPr/>
            </a:pPr>
            <a:endParaRPr lang="en-US" sz="8000" b="0" strike="noStrike" spc="-1">
              <a:solidFill>
                <a:srgbClr val="000000"/>
              </a:solidFill>
              <a:latin typeface="Calibri"/>
            </a:endParaRPr>
          </a:p>
        </p:txBody>
      </p:sp>
      <p:sp>
        <p:nvSpPr>
          <p:cNvPr id="39" name="PlaceHolder 5" hidden="0"/>
          <p:cNvSpPr>
            <a:spLocks noGrp="1"/>
          </p:cNvSpPr>
          <p:nvPr isPhoto="0" userDrawn="0">
            <p:ph type="body" hasCustomPrompt="0"/>
          </p:nvPr>
        </p:nvSpPr>
        <p:spPr bwMode="auto">
          <a:xfrm>
            <a:off x="5608980" y="15781307"/>
            <a:ext cx="4819140" cy="8131242"/>
          </a:xfrm>
          <a:prstGeom prst="rect">
            <a:avLst/>
          </a:prstGeom>
        </p:spPr>
        <p:txBody>
          <a:bodyPr lIns="0" tIns="0" rIns="0" bIns="0">
            <a:normAutofit/>
          </a:bodyPr>
          <a:p>
            <a:pPr>
              <a:defRPr/>
            </a:pPr>
            <a:endParaRPr lang="en-US" sz="80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blank" userDrawn="1">
  <p:cSld name="Title, 6 Content">
    <p:spTree>
      <p:nvGrpSpPr>
        <p:cNvPr id="1" name="" hidden="0"/>
        <p:cNvGrpSpPr/>
        <p:nvPr isPhoto="0" userDrawn="0"/>
      </p:nvGrpSpPr>
      <p:grpSpPr bwMode="auto">
        <a:xfrm>
          <a:off x="0" y="0"/>
          <a:ext cx="0" cy="0"/>
          <a:chOff x="0" y="0"/>
          <a:chExt cx="0" cy="0"/>
        </a:xfrm>
      </p:grpSpPr>
      <p:sp>
        <p:nvSpPr>
          <p:cNvPr id="40" name="PlaceHolder 1" hidden="0"/>
          <p:cNvSpPr>
            <a:spLocks noGrp="1"/>
          </p:cNvSpPr>
          <p:nvPr isPhoto="0" userDrawn="0">
            <p:ph type="title" hasCustomPrompt="0"/>
          </p:nvPr>
        </p:nvSpPr>
        <p:spPr bwMode="auto">
          <a:xfrm>
            <a:off x="548640" y="1172571"/>
            <a:ext cx="9875340" cy="4908021"/>
          </a:xfrm>
          <a:prstGeom prst="rect">
            <a:avLst/>
          </a:prstGeom>
        </p:spPr>
        <p:txBody>
          <a:bodyPr lIns="0" tIns="0" rIns="0" bIns="0" anchor="ctr">
            <a:noAutofit/>
          </a:bodyPr>
          <a:p>
            <a:pPr>
              <a:defRPr/>
            </a:pPr>
            <a:endParaRPr lang="en-US" sz="1800" b="0" strike="noStrike" spc="-1">
              <a:solidFill>
                <a:srgbClr val="000000"/>
              </a:solidFill>
              <a:latin typeface="Calibri"/>
            </a:endParaRPr>
          </a:p>
        </p:txBody>
      </p:sp>
      <p:sp>
        <p:nvSpPr>
          <p:cNvPr id="41" name="PlaceHolder 2" hidden="0"/>
          <p:cNvSpPr>
            <a:spLocks noGrp="1"/>
          </p:cNvSpPr>
          <p:nvPr isPhoto="0" userDrawn="0">
            <p:ph type="body" hasCustomPrompt="0"/>
          </p:nvPr>
        </p:nvSpPr>
        <p:spPr bwMode="auto">
          <a:xfrm>
            <a:off x="548640" y="6877478"/>
            <a:ext cx="3179700" cy="8131242"/>
          </a:xfrm>
          <a:prstGeom prst="rect">
            <a:avLst/>
          </a:prstGeom>
        </p:spPr>
        <p:txBody>
          <a:bodyPr lIns="0" tIns="0" rIns="0" bIns="0">
            <a:normAutofit/>
          </a:bodyPr>
          <a:p>
            <a:pPr>
              <a:defRPr/>
            </a:pPr>
            <a:endParaRPr lang="en-US" sz="8000" b="0" strike="noStrike" spc="-1">
              <a:solidFill>
                <a:srgbClr val="000000"/>
              </a:solidFill>
              <a:latin typeface="Calibri"/>
            </a:endParaRPr>
          </a:p>
        </p:txBody>
      </p:sp>
      <p:sp>
        <p:nvSpPr>
          <p:cNvPr id="42" name="PlaceHolder 3" hidden="0"/>
          <p:cNvSpPr>
            <a:spLocks noGrp="1"/>
          </p:cNvSpPr>
          <p:nvPr isPhoto="0" userDrawn="0">
            <p:ph type="body" hasCustomPrompt="0"/>
          </p:nvPr>
        </p:nvSpPr>
        <p:spPr bwMode="auto">
          <a:xfrm>
            <a:off x="3887460" y="6877478"/>
            <a:ext cx="3179700" cy="8131242"/>
          </a:xfrm>
          <a:prstGeom prst="rect">
            <a:avLst/>
          </a:prstGeom>
        </p:spPr>
        <p:txBody>
          <a:bodyPr lIns="0" tIns="0" rIns="0" bIns="0">
            <a:normAutofit/>
          </a:bodyPr>
          <a:p>
            <a:pPr>
              <a:defRPr/>
            </a:pPr>
            <a:endParaRPr lang="en-US" sz="8000" b="0" strike="noStrike" spc="-1">
              <a:solidFill>
                <a:srgbClr val="000000"/>
              </a:solidFill>
              <a:latin typeface="Calibri"/>
            </a:endParaRPr>
          </a:p>
        </p:txBody>
      </p:sp>
      <p:sp>
        <p:nvSpPr>
          <p:cNvPr id="43" name="PlaceHolder 4" hidden="0"/>
          <p:cNvSpPr>
            <a:spLocks noGrp="1"/>
          </p:cNvSpPr>
          <p:nvPr isPhoto="0" userDrawn="0">
            <p:ph type="body" hasCustomPrompt="0"/>
          </p:nvPr>
        </p:nvSpPr>
        <p:spPr bwMode="auto">
          <a:xfrm>
            <a:off x="7226460" y="6877478"/>
            <a:ext cx="3179700" cy="8131242"/>
          </a:xfrm>
          <a:prstGeom prst="rect">
            <a:avLst/>
          </a:prstGeom>
        </p:spPr>
        <p:txBody>
          <a:bodyPr lIns="0" tIns="0" rIns="0" bIns="0">
            <a:normAutofit/>
          </a:bodyPr>
          <a:p>
            <a:pPr>
              <a:defRPr/>
            </a:pPr>
            <a:endParaRPr lang="en-US" sz="8000" b="0" strike="noStrike" spc="-1">
              <a:solidFill>
                <a:srgbClr val="000000"/>
              </a:solidFill>
              <a:latin typeface="Calibri"/>
            </a:endParaRPr>
          </a:p>
        </p:txBody>
      </p:sp>
      <p:sp>
        <p:nvSpPr>
          <p:cNvPr id="44" name="PlaceHolder 5" hidden="0"/>
          <p:cNvSpPr>
            <a:spLocks noGrp="1"/>
          </p:cNvSpPr>
          <p:nvPr isPhoto="0" userDrawn="0">
            <p:ph type="body" hasCustomPrompt="0"/>
          </p:nvPr>
        </p:nvSpPr>
        <p:spPr bwMode="auto">
          <a:xfrm>
            <a:off x="548640" y="15781307"/>
            <a:ext cx="3179700" cy="8131242"/>
          </a:xfrm>
          <a:prstGeom prst="rect">
            <a:avLst/>
          </a:prstGeom>
        </p:spPr>
        <p:txBody>
          <a:bodyPr lIns="0" tIns="0" rIns="0" bIns="0">
            <a:normAutofit/>
          </a:bodyPr>
          <a:p>
            <a:pPr>
              <a:defRPr/>
            </a:pPr>
            <a:endParaRPr lang="en-US" sz="8000" b="0" strike="noStrike" spc="-1">
              <a:solidFill>
                <a:srgbClr val="000000"/>
              </a:solidFill>
              <a:latin typeface="Calibri"/>
            </a:endParaRPr>
          </a:p>
        </p:txBody>
      </p:sp>
      <p:sp>
        <p:nvSpPr>
          <p:cNvPr id="45" name="PlaceHolder 6" hidden="0"/>
          <p:cNvSpPr>
            <a:spLocks noGrp="1"/>
          </p:cNvSpPr>
          <p:nvPr isPhoto="0" userDrawn="0">
            <p:ph type="body" hasCustomPrompt="0"/>
          </p:nvPr>
        </p:nvSpPr>
        <p:spPr bwMode="auto">
          <a:xfrm>
            <a:off x="3887460" y="15781307"/>
            <a:ext cx="3179700" cy="8131242"/>
          </a:xfrm>
          <a:prstGeom prst="rect">
            <a:avLst/>
          </a:prstGeom>
        </p:spPr>
        <p:txBody>
          <a:bodyPr lIns="0" tIns="0" rIns="0" bIns="0">
            <a:normAutofit/>
          </a:bodyPr>
          <a:p>
            <a:pPr>
              <a:defRPr/>
            </a:pPr>
            <a:endParaRPr lang="en-US" sz="8000" b="0" strike="noStrike" spc="-1">
              <a:solidFill>
                <a:srgbClr val="000000"/>
              </a:solidFill>
              <a:latin typeface="Calibri"/>
            </a:endParaRPr>
          </a:p>
        </p:txBody>
      </p:sp>
      <p:sp>
        <p:nvSpPr>
          <p:cNvPr id="46" name="PlaceHolder 7" hidden="0"/>
          <p:cNvSpPr>
            <a:spLocks noGrp="1"/>
          </p:cNvSpPr>
          <p:nvPr isPhoto="0" userDrawn="0">
            <p:ph type="body" hasCustomPrompt="0"/>
          </p:nvPr>
        </p:nvSpPr>
        <p:spPr bwMode="auto">
          <a:xfrm>
            <a:off x="7226460" y="15781307"/>
            <a:ext cx="3179700" cy="8131242"/>
          </a:xfrm>
          <a:prstGeom prst="rect">
            <a:avLst/>
          </a:prstGeom>
        </p:spPr>
        <p:txBody>
          <a:bodyPr lIns="0" tIns="0" rIns="0" bIns="0">
            <a:normAutofit/>
          </a:bodyPr>
          <a:p>
            <a:pPr>
              <a:defRPr/>
            </a:pPr>
            <a:endParaRPr lang="en-US" sz="80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 Id="rId1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rgbClr val="FFFFFF"/>
        </a:solidFill>
      </p:bgPr>
    </p:bg>
    <p:spTree>
      <p:nvGrpSpPr>
        <p:cNvPr id="1" name="" hidden="0"/>
        <p:cNvGrpSpPr/>
        <p:nvPr isPhoto="0" userDrawn="0"/>
      </p:nvGrpSpPr>
      <p:grpSpPr bwMode="auto">
        <a:xfrm>
          <a:off x="0" y="0"/>
          <a:ext cx="0" cy="0"/>
          <a:chOff x="0" y="0"/>
          <a:chExt cx="0" cy="0"/>
        </a:xfrm>
      </p:grpSpPr>
      <p:sp>
        <p:nvSpPr>
          <p:cNvPr id="0" name="CustomShape 1" hidden="0"/>
          <p:cNvSpPr/>
          <p:nvPr isPhoto="0" userDrawn="0"/>
        </p:nvSpPr>
        <p:spPr bwMode="auto">
          <a:xfrm>
            <a:off x="10789740" y="0"/>
            <a:ext cx="182700" cy="29391235"/>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p:style>
      </p:sp>
      <p:sp>
        <p:nvSpPr>
          <p:cNvPr id="1" name="CustomShape 2" hidden="0"/>
          <p:cNvSpPr/>
          <p:nvPr isPhoto="0" userDrawn="0"/>
        </p:nvSpPr>
        <p:spPr bwMode="auto">
          <a:xfrm>
            <a:off x="0" y="0"/>
            <a:ext cx="182700" cy="29391235"/>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p:style>
      </p:sp>
      <p:sp>
        <p:nvSpPr>
          <p:cNvPr id="2" name="CustomShape 3" hidden="0"/>
          <p:cNvSpPr/>
          <p:nvPr isPhoto="0" userDrawn="0"/>
        </p:nvSpPr>
        <p:spPr bwMode="auto">
          <a:xfrm>
            <a:off x="0" y="0"/>
            <a:ext cx="10972620" cy="367373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p:style>
      </p:sp>
      <p:sp>
        <p:nvSpPr>
          <p:cNvPr id="3" name="CustomShape 4" hidden="0"/>
          <p:cNvSpPr/>
          <p:nvPr isPhoto="0" userDrawn="0"/>
        </p:nvSpPr>
        <p:spPr bwMode="auto">
          <a:xfrm>
            <a:off x="0" y="25717307"/>
            <a:ext cx="10972620" cy="367373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p:style>
      </p:sp>
      <p:sp>
        <p:nvSpPr>
          <p:cNvPr id="4" name="CustomShape 5" hidden="0"/>
          <p:cNvSpPr/>
          <p:nvPr isPhoto="0" userDrawn="0"/>
        </p:nvSpPr>
        <p:spPr bwMode="auto">
          <a:xfrm>
            <a:off x="-2628900" y="0"/>
            <a:ext cx="2400120" cy="2939123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p:style>
        <p:txBody>
          <a:bodyPr lIns="171360" tIns="171360" rIns="171360" bIns="171360">
            <a:noAutofit/>
          </a:bodyPr>
          <a:p>
            <a:pPr>
              <a:lnSpc>
                <a:spcPct val="100000"/>
              </a:lnSpc>
              <a:spcAft>
                <a:spcPts val="1800"/>
              </a:spcAft>
              <a:defRPr/>
            </a:pPr>
            <a:r>
              <a:rPr lang="en-US" sz="7200" b="0" strike="noStrike" spc="-1">
                <a:solidFill>
                  <a:srgbClr val="7F7F7F"/>
                </a:solidFill>
                <a:latin typeface="Calibri"/>
                <a:ea typeface="Arial"/>
              </a:rPr>
              <a:t>Poster Print Size:</a:t>
            </a:r>
            <a:endParaRPr lang="en-US" sz="7200" b="0" strike="noStrike" spc="-1">
              <a:latin typeface="Arial"/>
            </a:endParaRPr>
          </a:p>
          <a:p>
            <a:pPr>
              <a:lnSpc>
                <a:spcPct val="100000"/>
              </a:lnSpc>
              <a:spcAft>
                <a:spcPts val="1800"/>
              </a:spcAft>
              <a:defRPr/>
            </a:pPr>
            <a:r>
              <a:rPr lang="en-US" sz="4900" b="0" strike="noStrike" spc="-1">
                <a:solidFill>
                  <a:srgbClr val="7F7F7F"/>
                </a:solidFill>
                <a:latin typeface="Calibri"/>
                <a:ea typeface="Arial"/>
              </a:rPr>
              <a:t>This poster template is 36” high by 48” wide. It can be used to print any poster with a 3:4 aspect ratio.</a:t>
            </a:r>
            <a:endParaRPr lang="en-US" sz="4900" b="0" strike="noStrike" spc="-1">
              <a:latin typeface="Arial"/>
            </a:endParaRPr>
          </a:p>
          <a:p>
            <a:pPr>
              <a:lnSpc>
                <a:spcPct val="100000"/>
              </a:lnSpc>
              <a:spcAft>
                <a:spcPts val="1800"/>
              </a:spcAft>
              <a:defRPr/>
            </a:pPr>
            <a:r>
              <a:rPr lang="en-US" sz="7200" b="0" strike="noStrike" spc="-1">
                <a:solidFill>
                  <a:srgbClr val="7F7F7F"/>
                </a:solidFill>
                <a:latin typeface="Calibri"/>
                <a:ea typeface="Arial"/>
              </a:rPr>
              <a:t>Placeholders:</a:t>
            </a:r>
            <a:endParaRPr lang="en-US" sz="7200" b="0" strike="noStrike" spc="-1">
              <a:latin typeface="Arial"/>
            </a:endParaRPr>
          </a:p>
          <a:p>
            <a:pPr>
              <a:lnSpc>
                <a:spcPct val="100000"/>
              </a:lnSpc>
              <a:spcAft>
                <a:spcPts val="1800"/>
              </a:spcAft>
              <a:defRPr/>
            </a:pPr>
            <a:r>
              <a:rPr lang="en-US" sz="4900" b="0" strike="noStrike" spc="-1">
                <a:solidFill>
                  <a:srgbClr val="7F7F7F"/>
                </a:solidFill>
                <a:latin typeface="Calibri"/>
                <a:ea typeface="Arial"/>
              </a:rPr>
              <a:t>The various elements included in this poster are ones we often see in medical, research, and scientific posters. Feel free to edit, move,  add, and delete items, or change the layout to suit your needs. Always check with your conference organizer for specific requirements.</a:t>
            </a:r>
            <a:endParaRPr lang="en-US" sz="4900" b="0" strike="noStrike" spc="-1">
              <a:latin typeface="Arial"/>
            </a:endParaRPr>
          </a:p>
          <a:p>
            <a:pPr>
              <a:lnSpc>
                <a:spcPct val="100000"/>
              </a:lnSpc>
              <a:spcAft>
                <a:spcPts val="1800"/>
              </a:spcAft>
              <a:defRPr/>
            </a:pPr>
            <a:r>
              <a:rPr lang="en-US" sz="7200" b="0" strike="noStrike" spc="-1">
                <a:solidFill>
                  <a:srgbClr val="7F7F7F"/>
                </a:solidFill>
                <a:latin typeface="Calibri"/>
                <a:ea typeface="Arial"/>
              </a:rPr>
              <a:t>Image Quality:</a:t>
            </a:r>
            <a:endParaRPr lang="en-US" sz="7200" b="0" strike="noStrike" spc="-1">
              <a:latin typeface="Arial"/>
            </a:endParaRPr>
          </a:p>
          <a:p>
            <a:pPr>
              <a:lnSpc>
                <a:spcPct val="100000"/>
              </a:lnSpc>
              <a:spcAft>
                <a:spcPts val="1800"/>
              </a:spcAft>
              <a:defRPr/>
            </a:pPr>
            <a:r>
              <a:rPr lang="en-US" sz="4900" b="0" strike="noStrike" spc="-1">
                <a:solidFill>
                  <a:srgbClr val="7F7F7F"/>
                </a:solidFill>
                <a:latin typeface="Calibri"/>
                <a:ea typeface="Arial"/>
              </a:rPr>
              <a:t>You can place digital photos or logo art in your poster file by selecting the </a:t>
            </a:r>
            <a:r>
              <a:rPr lang="en-US" sz="4900" b="1" strike="noStrike" spc="-1">
                <a:solidFill>
                  <a:srgbClr val="7F7F7F"/>
                </a:solidFill>
                <a:latin typeface="Calibri"/>
                <a:ea typeface="Arial"/>
              </a:rPr>
              <a:t>Insert, Picture</a:t>
            </a:r>
            <a:r>
              <a:rPr lang="en-US" sz="4900" b="0" strike="noStrike" spc="-1">
                <a:solidFill>
                  <a:srgbClr val="7F7F7F"/>
                </a:solidFill>
                <a:latin typeface="Calibri"/>
                <a:ea typeface="Arial"/>
              </a:rPr>
              <a:t> command, or by using standard copy &amp; paste. For best results, all graphic elements should be at least </a:t>
            </a:r>
            <a:r>
              <a:rPr lang="en-US" sz="4900" b="1" strike="noStrike" spc="-1">
                <a:solidFill>
                  <a:srgbClr val="7F7F7F"/>
                </a:solidFill>
                <a:latin typeface="Calibri"/>
                <a:ea typeface="Arial"/>
              </a:rPr>
              <a:t>150-200 pixels per inch in their final printed size</a:t>
            </a:r>
            <a:r>
              <a:rPr lang="en-US" sz="4900" b="0" strike="noStrike" spc="-1">
                <a:solidFill>
                  <a:srgbClr val="7F7F7F"/>
                </a:solidFill>
                <a:latin typeface="Calibri"/>
                <a:ea typeface="Arial"/>
              </a:rPr>
              <a:t>. For instance, a 1600 x 1200 pixel photo will usually look fine up to 8“-10” wide on your printed poster.</a:t>
            </a:r>
            <a:endParaRPr lang="en-US" sz="4900" b="0" strike="noStrike" spc="-1">
              <a:latin typeface="Arial"/>
            </a:endParaRPr>
          </a:p>
          <a:p>
            <a:pPr>
              <a:lnSpc>
                <a:spcPct val="100000"/>
              </a:lnSpc>
              <a:spcAft>
                <a:spcPts val="1800"/>
              </a:spcAft>
              <a:defRPr/>
            </a:pPr>
            <a:r>
              <a:rPr lang="en-US" sz="4900" b="0" strike="noStrike" spc="-1">
                <a:solidFill>
                  <a:srgbClr val="7F7F7F"/>
                </a:solidFill>
                <a:latin typeface="Calibri"/>
                <a:ea typeface="Arial"/>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endParaRPr lang="en-US" sz="4900" b="0" strike="noStrike" spc="-1">
              <a:latin typeface="Arial"/>
            </a:endParaRPr>
          </a:p>
          <a:p>
            <a:pPr>
              <a:lnSpc>
                <a:spcPct val="100000"/>
              </a:lnSpc>
              <a:spcAft>
                <a:spcPts val="1800"/>
              </a:spcAft>
              <a:defRPr/>
            </a:pPr>
            <a:r>
              <a:rPr lang="en-US" sz="4900" b="0" strike="noStrike" spc="-1">
                <a:solidFill>
                  <a:srgbClr val="7F7F7F"/>
                </a:solidFill>
                <a:latin typeface="Calibri"/>
                <a:ea typeface="Arial"/>
              </a:rPr>
              <a:t>Please note that graphics from websites (such as the logo on your hospital's or university's home page) will only be 72dpi and not suitable for printing.</a:t>
            </a:r>
            <a:endParaRPr lang="en-US" sz="4900" b="0" strike="noStrike" spc="-1">
              <a:latin typeface="Arial"/>
            </a:endParaRPr>
          </a:p>
          <a:p>
            <a:pPr algn="ctr">
              <a:lnSpc>
                <a:spcPct val="100000"/>
              </a:lnSpc>
              <a:spcAft>
                <a:spcPts val="1800"/>
              </a:spcAft>
              <a:defRPr/>
            </a:pPr>
            <a:br>
              <a:rPr/>
            </a:br>
            <a:r>
              <a:rPr lang="en-US" sz="3600" b="0" strike="noStrike" spc="-1">
                <a:solidFill>
                  <a:srgbClr val="7F7F7F"/>
                </a:solidFill>
                <a:latin typeface="Calibri"/>
                <a:ea typeface="Arial"/>
              </a:rPr>
              <a:t>[This sidebar area does not print.]</a:t>
            </a:r>
            <a:endParaRPr lang="en-US" sz="3600" b="0" strike="noStrike" spc="-1">
              <a:latin typeface="Arial"/>
            </a:endParaRPr>
          </a:p>
        </p:txBody>
      </p:sp>
      <p:grpSp>
        <p:nvGrpSpPr>
          <p:cNvPr id="5" name="Group 6" hidden="0"/>
          <p:cNvGrpSpPr/>
          <p:nvPr isPhoto="0" userDrawn="0"/>
        </p:nvGrpSpPr>
        <p:grpSpPr bwMode="auto">
          <a:xfrm>
            <a:off x="11201400" y="0"/>
            <a:ext cx="2400120" cy="29391235"/>
            <a:chOff x="11201400" y="0"/>
            <a:chExt cx="2400120" cy="29391235"/>
          </a:xfrm>
        </p:grpSpPr>
        <p:sp>
          <p:nvSpPr>
            <p:cNvPr id="6" name="CustomShape 7" hidden="0"/>
            <p:cNvSpPr/>
            <p:nvPr isPhoto="0" userDrawn="0"/>
          </p:nvSpPr>
          <p:spPr bwMode="auto">
            <a:xfrm>
              <a:off x="11201400" y="0"/>
              <a:ext cx="2400120" cy="2939123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p:style>
          <p:txBody>
            <a:bodyPr lIns="228600" tIns="228600" rIns="228600" bIns="228600">
              <a:noAutofit/>
            </a:bodyPr>
            <a:p>
              <a:pPr>
                <a:lnSpc>
                  <a:spcPct val="100000"/>
                </a:lnSpc>
                <a:spcAft>
                  <a:spcPts val="1800"/>
                </a:spcAft>
                <a:defRPr/>
              </a:pPr>
              <a:r>
                <a:rPr lang="en-US" sz="7200" b="0" strike="noStrike" spc="-1">
                  <a:solidFill>
                    <a:srgbClr val="808080"/>
                  </a:solidFill>
                  <a:latin typeface="Calibri"/>
                  <a:ea typeface="Arial"/>
                </a:rPr>
                <a:t>Change Color Theme:</a:t>
              </a:r>
              <a:endParaRPr lang="en-US" sz="7200" b="0" strike="noStrike" spc="-1">
                <a:latin typeface="Arial"/>
              </a:endParaRPr>
            </a:p>
            <a:p>
              <a:pPr>
                <a:lnSpc>
                  <a:spcPct val="100000"/>
                </a:lnSpc>
                <a:spcAft>
                  <a:spcPts val="1800"/>
                </a:spcAft>
                <a:defRPr/>
              </a:pPr>
              <a:r>
                <a:rPr lang="en-US" sz="4900" b="0" strike="noStrike" spc="-1">
                  <a:solidFill>
                    <a:srgbClr val="808080"/>
                  </a:solidFill>
                  <a:latin typeface="Calibri"/>
                  <a:ea typeface="Arial"/>
                </a:rPr>
                <a:t>This template is designed to use the built-in color themes in the newer versions of PowerPoint.</a:t>
              </a:r>
              <a:endParaRPr lang="en-US" sz="4900" b="0" strike="noStrike" spc="-1">
                <a:latin typeface="Arial"/>
              </a:endParaRPr>
            </a:p>
            <a:p>
              <a:pPr>
                <a:lnSpc>
                  <a:spcPct val="100000"/>
                </a:lnSpc>
                <a:spcAft>
                  <a:spcPts val="1800"/>
                </a:spcAft>
                <a:defRPr/>
              </a:pPr>
              <a:r>
                <a:rPr lang="en-US" sz="4900" b="0" strike="noStrike" spc="-1">
                  <a:solidFill>
                    <a:srgbClr val="808080"/>
                  </a:solidFill>
                  <a:latin typeface="Calibri"/>
                  <a:ea typeface="Arial"/>
                </a:rPr>
                <a:t>To change the color theme, select the </a:t>
              </a:r>
              <a:r>
                <a:rPr lang="en-US" sz="4900" b="1" strike="noStrike" spc="-1">
                  <a:solidFill>
                    <a:srgbClr val="808080"/>
                  </a:solidFill>
                  <a:latin typeface="Calibri"/>
                  <a:ea typeface="Arial"/>
                </a:rPr>
                <a:t>Design</a:t>
              </a:r>
              <a:r>
                <a:rPr lang="en-US" sz="4900" b="0" strike="noStrike" spc="-1">
                  <a:solidFill>
                    <a:srgbClr val="808080"/>
                  </a:solidFill>
                  <a:latin typeface="Calibri"/>
                  <a:ea typeface="Arial"/>
                </a:rPr>
                <a:t> tab, then select the </a:t>
              </a:r>
              <a:r>
                <a:rPr lang="en-US" sz="4900" b="1" strike="noStrike" spc="-1">
                  <a:solidFill>
                    <a:srgbClr val="808080"/>
                  </a:solidFill>
                  <a:latin typeface="Calibri"/>
                  <a:ea typeface="Arial"/>
                </a:rPr>
                <a:t>Colors</a:t>
              </a:r>
              <a:r>
                <a:rPr lang="en-US" sz="4900" b="0" strike="noStrike" spc="-1">
                  <a:solidFill>
                    <a:srgbClr val="808080"/>
                  </a:solidFill>
                  <a:latin typeface="Calibri"/>
                  <a:ea typeface="Arial"/>
                </a:rPr>
                <a:t> drop-down list.</a:t>
              </a:r>
              <a:endParaRPr lang="en-US" sz="4900" b="0" strike="noStrike" spc="-1">
                <a:latin typeface="Arial"/>
              </a:endParaRPr>
            </a:p>
            <a:p>
              <a:pPr>
                <a:lnSpc>
                  <a:spcPct val="100000"/>
                </a:lnSpc>
                <a:spcAft>
                  <a:spcPts val="1800"/>
                </a:spcAft>
                <a:defRPr/>
              </a:pPr>
              <a:endParaRPr lang="en-US" sz="4900" b="0" strike="noStrike" spc="-1">
                <a:latin typeface="Arial"/>
              </a:endParaRPr>
            </a:p>
            <a:p>
              <a:pPr>
                <a:lnSpc>
                  <a:spcPct val="100000"/>
                </a:lnSpc>
                <a:spcAft>
                  <a:spcPts val="1800"/>
                </a:spcAft>
                <a:defRPr/>
              </a:pPr>
              <a:endParaRPr lang="en-US" sz="4900" b="0" strike="noStrike" spc="-1">
                <a:latin typeface="Arial"/>
              </a:endParaRPr>
            </a:p>
            <a:p>
              <a:pPr>
                <a:lnSpc>
                  <a:spcPct val="100000"/>
                </a:lnSpc>
                <a:spcAft>
                  <a:spcPts val="1800"/>
                </a:spcAft>
                <a:defRPr/>
              </a:pPr>
              <a:endParaRPr lang="en-US" sz="4900" b="0" strike="noStrike" spc="-1">
                <a:latin typeface="Arial"/>
              </a:endParaRPr>
            </a:p>
            <a:p>
              <a:pPr>
                <a:lnSpc>
                  <a:spcPct val="100000"/>
                </a:lnSpc>
                <a:spcAft>
                  <a:spcPts val="1800"/>
                </a:spcAft>
                <a:defRPr/>
              </a:pPr>
              <a:endParaRPr lang="en-US" sz="4900" b="0" strike="noStrike" spc="-1">
                <a:latin typeface="Arial"/>
              </a:endParaRPr>
            </a:p>
            <a:p>
              <a:pPr>
                <a:lnSpc>
                  <a:spcPct val="100000"/>
                </a:lnSpc>
                <a:spcAft>
                  <a:spcPts val="1800"/>
                </a:spcAft>
                <a:defRPr/>
              </a:pPr>
              <a:endParaRPr lang="en-US" sz="4900" b="0" strike="noStrike" spc="-1">
                <a:latin typeface="Arial"/>
              </a:endParaRPr>
            </a:p>
            <a:p>
              <a:pPr>
                <a:lnSpc>
                  <a:spcPct val="100000"/>
                </a:lnSpc>
                <a:spcAft>
                  <a:spcPts val="1800"/>
                </a:spcAft>
                <a:defRPr/>
              </a:pPr>
              <a:endParaRPr lang="en-US" sz="4900" b="0" strike="noStrike" spc="-1">
                <a:latin typeface="Arial"/>
              </a:endParaRPr>
            </a:p>
            <a:p>
              <a:pPr>
                <a:lnSpc>
                  <a:spcPct val="100000"/>
                </a:lnSpc>
                <a:spcAft>
                  <a:spcPts val="1800"/>
                </a:spcAft>
                <a:defRPr/>
              </a:pPr>
              <a:endParaRPr lang="en-US" sz="4900" b="0" strike="noStrike" spc="-1">
                <a:latin typeface="Arial"/>
              </a:endParaRPr>
            </a:p>
            <a:p>
              <a:pPr>
                <a:lnSpc>
                  <a:spcPct val="100000"/>
                </a:lnSpc>
                <a:spcAft>
                  <a:spcPts val="1800"/>
                </a:spcAft>
                <a:defRPr/>
              </a:pPr>
              <a:endParaRPr lang="en-US" sz="4900" b="0" strike="noStrike" spc="-1">
                <a:latin typeface="Arial"/>
              </a:endParaRPr>
            </a:p>
            <a:p>
              <a:pPr>
                <a:lnSpc>
                  <a:spcPct val="100000"/>
                </a:lnSpc>
                <a:spcAft>
                  <a:spcPts val="1800"/>
                </a:spcAft>
                <a:defRPr/>
              </a:pPr>
              <a:endParaRPr lang="en-US" sz="4900" b="0" strike="noStrike" spc="-1">
                <a:latin typeface="Arial"/>
              </a:endParaRPr>
            </a:p>
            <a:p>
              <a:pPr>
                <a:lnSpc>
                  <a:spcPct val="100000"/>
                </a:lnSpc>
                <a:spcAft>
                  <a:spcPts val="1800"/>
                </a:spcAft>
                <a:defRPr/>
              </a:pPr>
              <a:r>
                <a:rPr lang="en-US" sz="4900" b="0" strike="noStrike" spc="-1">
                  <a:solidFill>
                    <a:srgbClr val="808080"/>
                  </a:solidFill>
                  <a:latin typeface="Calibri"/>
                  <a:ea typeface="Arial"/>
                </a:rPr>
                <a:t>The default color theme for this template is “Office”, so you can always return to that after trying some of the alternatives.</a:t>
              </a:r>
              <a:endParaRPr lang="en-US" sz="4900" b="0" strike="noStrike" spc="-1">
                <a:latin typeface="Arial"/>
              </a:endParaRPr>
            </a:p>
            <a:p>
              <a:pPr>
                <a:lnSpc>
                  <a:spcPct val="100000"/>
                </a:lnSpc>
                <a:spcAft>
                  <a:spcPts val="1800"/>
                </a:spcAft>
                <a:defRPr/>
              </a:pPr>
              <a:r>
                <a:rPr lang="en-US" sz="7200" b="0" strike="noStrike" spc="-1">
                  <a:solidFill>
                    <a:srgbClr val="808080"/>
                  </a:solidFill>
                  <a:latin typeface="Calibri"/>
                  <a:ea typeface="Arial"/>
                </a:rPr>
                <a:t>Printing Your Poster:</a:t>
              </a:r>
              <a:endParaRPr lang="en-US" sz="7200" b="0" strike="noStrike" spc="-1">
                <a:latin typeface="Arial"/>
              </a:endParaRPr>
            </a:p>
            <a:p>
              <a:pPr>
                <a:lnSpc>
                  <a:spcPct val="100000"/>
                </a:lnSpc>
                <a:spcAft>
                  <a:spcPts val="1800"/>
                </a:spcAft>
                <a:defRPr/>
              </a:pPr>
              <a:r>
                <a:rPr lang="en-US" sz="4900" b="0" strike="noStrike" spc="-1">
                  <a:solidFill>
                    <a:srgbClr val="808080"/>
                  </a:solidFill>
                  <a:latin typeface="Calibri"/>
                  <a:ea typeface="Arial"/>
                </a:rPr>
                <a:t>Once your poster file is ready, visit </a:t>
              </a:r>
              <a:r>
                <a:rPr lang="en-US" sz="4900" b="1" strike="noStrike" spc="-1">
                  <a:solidFill>
                    <a:srgbClr val="808080"/>
                  </a:solidFill>
                  <a:latin typeface="Calibri"/>
                  <a:ea typeface="Arial"/>
                </a:rPr>
                <a:t>www.genigraphics.com</a:t>
              </a:r>
              <a:r>
                <a:rPr lang="en-US" sz="4900" b="0" strike="noStrike" spc="-1">
                  <a:solidFill>
                    <a:srgbClr val="808080"/>
                  </a:solidFill>
                  <a:latin typeface="Calibri"/>
                  <a:ea typeface="Arial"/>
                </a:rPr>
                <a:t> to order a high-quality, affordable poster print. Every order receives a free design review and we can deliver as fast as next business day within the US and Canada. </a:t>
              </a:r>
              <a:endParaRPr lang="en-US" sz="4900" b="0" strike="noStrike" spc="-1">
                <a:latin typeface="Arial"/>
              </a:endParaRPr>
            </a:p>
            <a:p>
              <a:pPr>
                <a:lnSpc>
                  <a:spcPct val="100000"/>
                </a:lnSpc>
                <a:spcAft>
                  <a:spcPts val="1800"/>
                </a:spcAft>
                <a:defRPr/>
              </a:pPr>
              <a:r>
                <a:rPr lang="en-US" sz="4900" b="0" strike="noStrike" spc="-1">
                  <a:solidFill>
                    <a:srgbClr val="808080"/>
                  </a:solidFill>
                  <a:latin typeface="Calibri"/>
                  <a:ea typeface="Arial"/>
                </a:rPr>
                <a:t>Genigraphics® has been producing output from PowerPoint® longer than anyone in the industry; dating back to when we helped Microsoft® design the PowerPoint® software. </a:t>
              </a:r>
              <a:endParaRPr lang="en-US" sz="4900" b="0" strike="noStrike" spc="-1">
                <a:latin typeface="Arial"/>
              </a:endParaRPr>
            </a:p>
            <a:p>
              <a:pPr>
                <a:lnSpc>
                  <a:spcPct val="100000"/>
                </a:lnSpc>
                <a:defRPr/>
              </a:pPr>
              <a:endParaRPr lang="en-US" sz="4900" b="0" strike="noStrike" spc="-1">
                <a:latin typeface="Arial"/>
              </a:endParaRPr>
            </a:p>
            <a:p>
              <a:pPr algn="ctr">
                <a:lnSpc>
                  <a:spcPct val="100000"/>
                </a:lnSpc>
                <a:defRPr/>
              </a:pPr>
              <a:r>
                <a:rPr lang="en-US" sz="4900" b="0" strike="noStrike" spc="-1">
                  <a:solidFill>
                    <a:srgbClr val="808080"/>
                  </a:solidFill>
                  <a:latin typeface="Calibri"/>
                  <a:ea typeface="Arial"/>
                </a:rPr>
                <a:t>US and Canada:  1-800-790-4001</a:t>
              </a:r>
              <a:br>
                <a:rPr/>
              </a:br>
              <a:r>
                <a:rPr lang="en-US" sz="4900" b="0" strike="noStrike" spc="-1">
                  <a:solidFill>
                    <a:srgbClr val="808080"/>
                  </a:solidFill>
                  <a:latin typeface="Calibri"/>
                  <a:ea typeface="Arial"/>
                </a:rPr>
                <a:t>Email: info@genigraphics.com</a:t>
              </a:r>
              <a:endParaRPr lang="en-US" sz="4900" b="0" strike="noStrike" spc="-1">
                <a:latin typeface="Arial"/>
              </a:endParaRPr>
            </a:p>
            <a:p>
              <a:pPr algn="ctr">
                <a:lnSpc>
                  <a:spcPct val="100000"/>
                </a:lnSpc>
                <a:defRPr/>
              </a:pPr>
              <a:br>
                <a:rPr/>
              </a:br>
              <a:r>
                <a:rPr lang="en-US" sz="3600" b="0" strike="noStrike" spc="-1">
                  <a:solidFill>
                    <a:srgbClr val="808080"/>
                  </a:solidFill>
                  <a:latin typeface="Calibri"/>
                  <a:ea typeface="Arial"/>
                </a:rPr>
                <a:t>[This sidebar area does not print.]</a:t>
              </a:r>
              <a:endParaRPr lang="en-US" sz="3600" b="0" strike="noStrike" spc="-1">
                <a:latin typeface="Arial"/>
              </a:endParaRPr>
            </a:p>
          </p:txBody>
        </p:sp>
        <p:pic>
          <p:nvPicPr>
            <p:cNvPr id="7" name="Picture 13" descr="" hidden="0"/>
            <p:cNvPicPr/>
            <p:nvPr isPhoto="0" userDrawn="0"/>
          </p:nvPicPr>
          <p:blipFill>
            <a:blip r:embed="rId14"/>
            <a:stretch/>
          </p:blipFill>
          <p:spPr bwMode="auto">
            <a:xfrm>
              <a:off x="11285460" y="6201128"/>
              <a:ext cx="2232000" cy="6861664"/>
            </a:xfrm>
            <a:prstGeom prst="rect">
              <a:avLst/>
            </a:prstGeom>
            <a:ln>
              <a:noFill/>
            </a:ln>
          </p:spPr>
        </p:pic>
      </p:grpSp>
      <p:pic>
        <p:nvPicPr>
          <p:cNvPr id="8" name="Picture 14" descr="" hidden="0"/>
          <p:cNvPicPr/>
          <p:nvPr isPhoto="0" userDrawn="0"/>
        </p:nvPicPr>
        <p:blipFill>
          <a:blip r:embed="rId15"/>
          <a:stretch/>
        </p:blipFill>
        <p:spPr bwMode="auto">
          <a:xfrm>
            <a:off x="9601020" y="29119114"/>
            <a:ext cx="1324080" cy="165664"/>
          </a:xfrm>
          <a:prstGeom prst="rect">
            <a:avLst/>
          </a:prstGeom>
          <a:ln>
            <a:noFill/>
          </a:ln>
        </p:spPr>
      </p:pic>
      <p:sp>
        <p:nvSpPr>
          <p:cNvPr id="9" name="PlaceHolder 8" hidden="0"/>
          <p:cNvSpPr>
            <a:spLocks noGrp="1"/>
          </p:cNvSpPr>
          <p:nvPr isPhoto="0" userDrawn="0">
            <p:ph type="title" hasCustomPrompt="0"/>
          </p:nvPr>
        </p:nvSpPr>
        <p:spPr bwMode="auto">
          <a:xfrm>
            <a:off x="548640" y="1172571"/>
            <a:ext cx="9875340" cy="4908021"/>
          </a:xfrm>
          <a:prstGeom prst="rect">
            <a:avLst/>
          </a:prstGeom>
        </p:spPr>
        <p:txBody>
          <a:bodyPr lIns="0" tIns="0" rIns="0" bIns="0" anchor="ctr">
            <a:noAutofit/>
          </a:bodyPr>
          <a:p>
            <a:pPr>
              <a:defRPr/>
            </a:pPr>
            <a:r>
              <a:rPr lang="en-US" sz="1800" b="0" strike="noStrike" spc="-1">
                <a:solidFill>
                  <a:srgbClr val="000000"/>
                </a:solidFill>
                <a:latin typeface="Calibri"/>
              </a:rPr>
              <a:t>Click to edit the title text format</a:t>
            </a:r>
            <a:endParaRPr lang="en-US" sz="1800" b="0" strike="noStrike" spc="-1">
              <a:solidFill>
                <a:srgbClr val="000000"/>
              </a:solidFill>
              <a:latin typeface="Calibri"/>
            </a:endParaRPr>
          </a:p>
        </p:txBody>
      </p:sp>
      <p:sp>
        <p:nvSpPr>
          <p:cNvPr id="10" name="PlaceHolder 9" hidden="0"/>
          <p:cNvSpPr>
            <a:spLocks noGrp="1"/>
          </p:cNvSpPr>
          <p:nvPr isPhoto="0" userDrawn="0">
            <p:ph type="body" hasCustomPrompt="0"/>
          </p:nvPr>
        </p:nvSpPr>
        <p:spPr bwMode="auto">
          <a:xfrm>
            <a:off x="548640" y="6877478"/>
            <a:ext cx="9875340" cy="17046835"/>
          </a:xfrm>
          <a:prstGeom prst="rect">
            <a:avLst/>
          </a:prstGeom>
        </p:spPr>
        <p:txBody>
          <a:bodyPr lIns="0" tIns="0" rIns="0" bIns="0">
            <a:normAutofit/>
          </a:bodyPr>
          <a:p>
            <a:pPr marL="432000" indent="-324000">
              <a:spcBef>
                <a:spcPts val="1417"/>
              </a:spcBef>
              <a:buClr>
                <a:srgbClr val="000000"/>
              </a:buClr>
              <a:buSzPct val="45000"/>
              <a:buFont typeface="Wingdings"/>
              <a:buChar char=""/>
              <a:defRPr/>
            </a:pPr>
            <a:r>
              <a:rPr lang="en-US" sz="8000" b="0" strike="noStrike" spc="-1">
                <a:solidFill>
                  <a:srgbClr val="000000"/>
                </a:solidFill>
                <a:latin typeface="Calibri"/>
              </a:rPr>
              <a:t>Click to edit the outline text format</a:t>
            </a:r>
            <a:endParaRPr lang="en-US" sz="8000" b="0" strike="noStrike" spc="-1">
              <a:solidFill>
                <a:srgbClr val="000000"/>
              </a:solidFill>
              <a:latin typeface="Calibri"/>
            </a:endParaRPr>
          </a:p>
          <a:p>
            <a:pPr marL="864000" lvl="1" indent="-324000">
              <a:spcBef>
                <a:spcPts val="1134"/>
              </a:spcBef>
              <a:buClr>
                <a:srgbClr val="000000"/>
              </a:buClr>
              <a:buSzPct val="75000"/>
              <a:buFont typeface="Symbol"/>
              <a:buChar char=""/>
              <a:defRPr/>
            </a:pPr>
            <a:r>
              <a:rPr lang="en-US" sz="5400" b="0" strike="noStrike" spc="-1">
                <a:solidFill>
                  <a:srgbClr val="000000"/>
                </a:solidFill>
                <a:latin typeface="Calibri"/>
              </a:rPr>
              <a:t>Second Outline Level</a:t>
            </a:r>
            <a:endParaRPr lang="en-US" sz="5400" b="0" strike="noStrike" spc="-1">
              <a:solidFill>
                <a:srgbClr val="000000"/>
              </a:solidFill>
              <a:latin typeface="Calibri"/>
            </a:endParaRPr>
          </a:p>
          <a:p>
            <a:pPr marL="1296000" lvl="2" indent="-288000">
              <a:spcBef>
                <a:spcPts val="850"/>
              </a:spcBef>
              <a:buClr>
                <a:srgbClr val="000000"/>
              </a:buClr>
              <a:buSzPct val="45000"/>
              <a:buFont typeface="Wingdings"/>
              <a:buChar char=""/>
              <a:defRPr/>
            </a:pPr>
            <a:r>
              <a:rPr lang="en-US" sz="4800" b="0" strike="noStrike" spc="-1">
                <a:solidFill>
                  <a:srgbClr val="000000"/>
                </a:solidFill>
                <a:latin typeface="Calibri"/>
              </a:rPr>
              <a:t>Third Outline Level</a:t>
            </a:r>
            <a:endParaRPr lang="en-US" sz="4800" b="0" strike="noStrike" spc="-1">
              <a:solidFill>
                <a:srgbClr val="000000"/>
              </a:solidFill>
              <a:latin typeface="Calibri"/>
            </a:endParaRPr>
          </a:p>
          <a:p>
            <a:pPr marL="1728000" lvl="3" indent="-216000">
              <a:spcBef>
                <a:spcPts val="567"/>
              </a:spcBef>
              <a:buClr>
                <a:srgbClr val="000000"/>
              </a:buClr>
              <a:buSzPct val="75000"/>
              <a:buFont typeface="Symbol"/>
              <a:buChar char=""/>
              <a:defRPr/>
            </a:pPr>
            <a:r>
              <a:rPr lang="en-US" sz="4800" b="0" strike="noStrike" spc="-1">
                <a:solidFill>
                  <a:srgbClr val="000000"/>
                </a:solidFill>
                <a:latin typeface="Calibri"/>
              </a:rPr>
              <a:t>Fourth Outline Level</a:t>
            </a:r>
            <a:endParaRPr lang="en-US" sz="4800" b="0" strike="noStrike" spc="-1">
              <a:solidFill>
                <a:srgbClr val="000000"/>
              </a:solidFill>
              <a:latin typeface="Calibri"/>
            </a:endParaRPr>
          </a:p>
          <a:p>
            <a:pPr marL="2160000" lvl="4" indent="-216000">
              <a:spcBef>
                <a:spcPts val="283"/>
              </a:spcBef>
              <a:buClr>
                <a:srgbClr val="000000"/>
              </a:buClr>
              <a:buSzPct val="45000"/>
              <a:buFont typeface="Wingdings"/>
              <a:buChar char=""/>
              <a:defRPr/>
            </a:pPr>
            <a:r>
              <a:rPr lang="en-US" sz="2000" b="0" strike="noStrike" spc="-1">
                <a:solidFill>
                  <a:srgbClr val="000000"/>
                </a:solidFill>
                <a:latin typeface="Calibri"/>
              </a:rPr>
              <a:t>Fifth Outline Level</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a:buChar char=""/>
              <a:defRPr/>
            </a:pPr>
            <a:r>
              <a:rPr lang="en-US" sz="2000" b="0" strike="noStrike" spc="-1">
                <a:solidFill>
                  <a:srgbClr val="000000"/>
                </a:solidFill>
                <a:latin typeface="Calibri"/>
              </a:rPr>
              <a:t>Sixth Outline Level</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a:buChar char=""/>
              <a:defRPr/>
            </a:pPr>
            <a:r>
              <a:rPr lang="en-US" sz="2000" b="0" strike="noStrike" spc="-1">
                <a:solidFill>
                  <a:srgbClr val="000000"/>
                </a:solidFill>
                <a:latin typeface="Calibri"/>
              </a:rPr>
              <a:t>Seventh Outline Level</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chart" Target="../charts/chart1.xml"/><Relationship Id="rId5"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bg>
      <p:bgPr shadeToTitle="0">
        <a:solidFill>
          <a:srgbClr val="FFFFFF"/>
        </a:solidFill>
      </p:bgPr>
    </p:bg>
    <p:spTree>
      <p:nvGrpSpPr>
        <p:cNvPr id="1" name="" hidden="0"/>
        <p:cNvGrpSpPr/>
        <p:nvPr isPhoto="0" userDrawn="0"/>
      </p:nvGrpSpPr>
      <p:grpSpPr bwMode="auto">
        <a:xfrm>
          <a:off x="0" y="0"/>
          <a:ext cx="0" cy="0"/>
          <a:chOff x="0" y="0"/>
          <a:chExt cx="0" cy="0"/>
        </a:xfrm>
      </p:grpSpPr>
      <p:sp>
        <p:nvSpPr>
          <p:cNvPr id="47" name="CustomShape 1" hidden="0"/>
          <p:cNvSpPr/>
          <p:nvPr isPhoto="0" userDrawn="0"/>
        </p:nvSpPr>
        <p:spPr bwMode="auto">
          <a:xfrm>
            <a:off x="723779" y="7194921"/>
            <a:ext cx="9531035" cy="2331756"/>
          </a:xfrm>
          <a:prstGeom prst="rect">
            <a:avLst/>
          </a:prstGeom>
          <a:solidFill>
            <a:schemeClr val="bg1"/>
          </a:solidFill>
          <a:ln w="12600">
            <a:solidFill>
              <a:schemeClr val="accent1">
                <a:lumMod val="75000"/>
              </a:schemeClr>
            </a:solidFill>
            <a:round/>
          </a:ln>
        </p:spPr>
        <p:style>
          <a:lnRef idx="0"/>
          <a:fillRef idx="0"/>
          <a:effectRef idx="0"/>
          <a:fontRef idx="minor"/>
        </p:style>
        <p:txBody>
          <a:bodyPr lIns="137160" tIns="137160" rIns="137160" bIns="137160">
            <a:spAutoFit/>
          </a:bodyPr>
          <a:p>
            <a:pPr>
              <a:lnSpc>
                <a:spcPct val="100000"/>
              </a:lnSpc>
              <a:defRPr/>
            </a:pPr>
            <a:r>
              <a:rPr sz="1500" b="0">
                <a:latin typeface="Calibri"/>
              </a:rPr>
              <a:t>Modern e-commerce and automotive customization demand immersive visualization. Traditional 2D configurators lack spatial context, while standard AR solutions require native applications, creating high friction for users. BuildMyRide introduces a zero-install, browser-based solution that combines a desktop 3D customization garage with a client-side WebAR preview system.</a:t>
            </a:r>
            <a:endParaRPr sz="1500" b="0" strike="noStrike" spc="-1">
              <a:latin typeface="Arial"/>
            </a:endParaRPr>
          </a:p>
          <a:p/>
          <a:p>
            <a:pPr/>
            <a:r>
              <a:rPr sz="1500" b="0">
                <a:latin typeface="Calibri"/>
              </a:rPr>
              <a:t>The primary goals of this project are:</a:t>
            </a:r>
          </a:p>
          <a:p>
            <a:pPr/>
            <a:r>
              <a:rPr sz="1500" b="0">
                <a:latin typeface="Calibri"/>
              </a:rPr>
              <a:t>1. Developing a web-based, interactive 3D studio for vehicle customization.</a:t>
            </a:r>
          </a:p>
          <a:p>
            <a:pPr/>
            <a:r>
              <a:rPr sz="1500" b="0">
                <a:latin typeface="Calibri"/>
              </a:rPr>
              <a:t>2. Creating a cross-platform WebAR preview pipeline that runs in-browser on consumer smartphones.</a:t>
            </a:r>
          </a:p>
          <a:p>
            <a:pPr/>
            <a:r>
              <a:rPr sz="1500" b="0">
                <a:latin typeface="Calibri"/>
              </a:rPr>
              <a:t>3. Integrating client-side object detection (YOLOv8) to dynamically locate cars and overlay customizable parts.</a:t>
            </a:r>
          </a:p>
        </p:txBody>
      </p:sp>
      <p:sp>
        <p:nvSpPr>
          <p:cNvPr id="48" name="CustomShape 2" hidden="0"/>
          <p:cNvSpPr/>
          <p:nvPr isPhoto="0" userDrawn="0"/>
        </p:nvSpPr>
        <p:spPr bwMode="auto">
          <a:xfrm>
            <a:off x="3286619" y="292465"/>
            <a:ext cx="7588367" cy="2925756"/>
          </a:xfrm>
          <a:prstGeom prst="rect">
            <a:avLst/>
          </a:prstGeom>
          <a:noFill/>
          <a:ln>
            <a:noFill/>
          </a:ln>
        </p:spPr>
        <p:style>
          <a:lnRef idx="0"/>
          <a:fillRef idx="0"/>
          <a:effectRef idx="0"/>
          <a:fontRef idx="minor"/>
        </p:style>
        <p:txBody>
          <a:bodyPr lIns="137160" tIns="342720" rIns="137160" bIns="342720" anchor="ctr">
            <a:spAutoFit/>
          </a:bodyPr>
          <a:p>
            <a:pPr algn="ctr">
              <a:lnSpc>
                <a:spcPct val="100000"/>
              </a:lnSpc>
              <a:defRPr/>
            </a:pPr>
            <a:r>
              <a:rPr lang="en-US" sz="3500" b="1" strike="noStrike" spc="-1">
                <a:solidFill>
                  <a:srgbClr val="FFFFFF"/>
                </a:solidFill>
                <a:latin typeface="Calibri"/>
                <a:ea typeface="Arial"/>
              </a:rPr>
              <a:t>BuildMyRide: Virtual 3D Car Customization &amp; WebAR Preview System</a:t>
            </a:r>
            <a:endParaRPr lang="en-US" sz="7800" b="0" strike="noStrike" spc="-1">
              <a:latin typeface="Arial"/>
            </a:endParaRPr>
          </a:p>
          <a:p>
            <a:pPr algn="ctr">
              <a:lnSpc>
                <a:spcPct val="100000"/>
              </a:lnSpc>
              <a:defRPr/>
            </a:pPr>
            <a:r>
              <a:rPr lang="en-US" sz="2500" b="1" strike="noStrike" spc="-1">
                <a:solidFill>
                  <a:srgbClr val="FFFFFF"/>
                </a:solidFill>
                <a:latin typeface="Calibri"/>
                <a:ea typeface="Arial"/>
              </a:rPr>
              <a:t>Supervisor: Dr. [Advisor Name]</a:t>
            </a:r>
            <a:endParaRPr lang="en-US" sz="6300" b="0" strike="noStrike" spc="-1">
              <a:latin typeface="Arial"/>
            </a:endParaRPr>
          </a:p>
          <a:p>
            <a:pPr algn="ctr">
              <a:lnSpc>
                <a:spcPct val="100000"/>
              </a:lnSpc>
              <a:defRPr/>
            </a:pPr>
            <a:r>
              <a:rPr lang="en-US" sz="2000" b="1" strike="noStrike" spc="-1">
                <a:solidFill>
                  <a:srgbClr val="FFFFFF"/>
                </a:solidFill>
                <a:latin typeface="Calibri"/>
                <a:ea typeface="Arial"/>
              </a:rPr>
              <a:t>Abdullah Mazhar</a:t>
            </a:r>
            <a:endParaRPr sz="2600" b="0" strike="noStrike" spc="-1">
              <a:latin typeface="Arial"/>
            </a:endParaRPr>
          </a:p>
          <a:p>
            <a:pPr algn="ctr">
              <a:lnSpc>
                <a:spcPct val="100000"/>
              </a:lnSpc>
              <a:defRPr/>
            </a:pPr>
            <a:r>
              <a:rPr lang="en-US" sz="2000" b="1" strike="noStrike" spc="-1">
                <a:solidFill>
                  <a:srgbClr val="FFFFFF"/>
                </a:solidFill>
                <a:latin typeface="Calibri"/>
                <a:ea typeface="Arial"/>
              </a:rPr>
              <a:t>Bismah Irshad</a:t>
            </a:r>
            <a:endParaRPr sz="2600" b="0" strike="noStrike" spc="-1">
              <a:latin typeface="Arial"/>
            </a:endParaRPr>
          </a:p>
          <a:p>
            <a:pPr algn="ctr">
              <a:lnSpc>
                <a:spcPct val="100000"/>
              </a:lnSpc>
              <a:defRPr/>
            </a:pPr>
            <a:r>
              <a:rPr lang="en-US" sz="2000" b="1" strike="noStrike" spc="-1">
                <a:solidFill>
                  <a:srgbClr val="FFFFFF"/>
                </a:solidFill>
                <a:latin typeface="Calibri"/>
                <a:ea typeface="Arial"/>
              </a:rPr>
              <a:t>Furqan Azhar</a:t>
            </a:r>
            <a:endParaRPr sz="2600" b="0" strike="noStrike" spc="-1">
              <a:latin typeface="Arial"/>
            </a:endParaRPr>
          </a:p>
          <a:p>
            <a:pPr algn="ctr"/>
            <a:r>
              <a:rPr sz="2000" b="1">
                <a:latin typeface="Calibri"/>
              </a:rPr>
              <a:t>Minahil Haseeb</a:t>
            </a:r>
          </a:p>
        </p:txBody>
      </p:sp>
      <p:sp>
        <p:nvSpPr>
          <p:cNvPr id="49" name="CustomShape 3" hidden="0"/>
          <p:cNvSpPr/>
          <p:nvPr isPhoto="0" userDrawn="0"/>
        </p:nvSpPr>
        <p:spPr bwMode="auto">
          <a:xfrm>
            <a:off x="94320" y="26023563"/>
            <a:ext cx="1341720" cy="395935"/>
          </a:xfrm>
          <a:prstGeom prst="rect">
            <a:avLst/>
          </a:prstGeom>
          <a:noFill/>
          <a:ln>
            <a:noFill/>
          </a:ln>
        </p:spPr>
        <p:style>
          <a:lnRef idx="0"/>
          <a:fillRef idx="0"/>
          <a:effectRef idx="0"/>
          <a:fontRef idx="minor"/>
        </p:style>
        <p:txBody>
          <a:bodyPr wrap="none" lIns="68400" tIns="34200" rIns="68400" bIns="34200">
            <a:spAutoFit/>
          </a:bodyPr>
          <a:p>
            <a:pPr>
              <a:lnSpc>
                <a:spcPct val="100000"/>
              </a:lnSpc>
              <a:defRPr/>
            </a:pPr>
            <a:r>
              <a:rPr lang="en-US" sz="4400" b="1" strike="noStrike" spc="-1">
                <a:solidFill>
                  <a:srgbClr val="000000"/>
                </a:solidFill>
                <a:latin typeface="Calibri"/>
                <a:ea typeface="Arial"/>
              </a:rPr>
              <a:t>References</a:t>
            </a:r>
            <a:endParaRPr lang="en-US" sz="4400" b="0" strike="noStrike" spc="-1">
              <a:latin typeface="Arial"/>
            </a:endParaRPr>
          </a:p>
        </p:txBody>
      </p:sp>
      <p:sp>
        <p:nvSpPr>
          <p:cNvPr id="50" name="CustomShape 4" hidden="0"/>
          <p:cNvSpPr/>
          <p:nvPr isPhoto="0" userDrawn="0"/>
        </p:nvSpPr>
        <p:spPr bwMode="auto">
          <a:xfrm>
            <a:off x="5486399" y="26819485"/>
            <a:ext cx="4876595" cy="1660835"/>
          </a:xfrm>
          <a:prstGeom prst="rect">
            <a:avLst/>
          </a:prstGeom>
          <a:noFill/>
          <a:ln>
            <a:noFill/>
          </a:ln>
        </p:spPr>
        <p:style>
          <a:lnRef idx="0"/>
          <a:fillRef idx="0"/>
          <a:effectRef idx="0"/>
          <a:fontRef idx="minor"/>
        </p:style>
        <p:txBody>
          <a:bodyPr lIns="68400" tIns="68400" rIns="68400" bIns="68400">
            <a:spAutoFit/>
          </a:bodyPr>
          <a:p>
            <a:pPr marL="261719" indent="-261360">
              <a:lnSpc>
                <a:spcPct val="100000"/>
              </a:lnSpc>
              <a:buClr>
                <a:srgbClr val="000000"/>
              </a:buClr>
              <a:buFont typeface="Calibri Light"/>
              <a:buAutoNum type="arabicPeriod" startAt="11"/>
              <a:defRPr/>
            </a:pPr>
            <a:r>
              <a:rPr sz="1200" b="0">
                <a:latin typeface="Calibri"/>
              </a:rPr>
              <a:t>[3] Microsoft. "ONNX Runtime Web: High-Performance ML in the Browser." 2026.</a:t>
            </a:r>
            <a:endParaRPr sz="1000" b="0" strike="noStrike" spc="-1">
              <a:latin typeface="Arial"/>
            </a:endParaRPr>
          </a:p>
          <a:p/>
          <a:p>
            <a:pPr/>
            <a:r>
              <a:rPr sz="1200" b="0">
                <a:latin typeface="Calibri"/>
              </a:rPr>
              <a:t>[4] Vercel. "Next.js: The React Framework for the Web." 2026.</a:t>
            </a:r>
          </a:p>
        </p:txBody>
      </p:sp>
      <p:sp>
        <p:nvSpPr>
          <p:cNvPr id="51" name="CustomShape 5" hidden="0"/>
          <p:cNvSpPr/>
          <p:nvPr isPhoto="0" userDrawn="0"/>
        </p:nvSpPr>
        <p:spPr bwMode="auto">
          <a:xfrm>
            <a:off x="712979" y="4148742"/>
            <a:ext cx="9543347" cy="2560356"/>
          </a:xfrm>
          <a:prstGeom prst="rect">
            <a:avLst/>
          </a:prstGeom>
          <a:solidFill>
            <a:schemeClr val="bg1"/>
          </a:solidFill>
          <a:ln w="12600">
            <a:solidFill>
              <a:schemeClr val="accent1">
                <a:lumMod val="75000"/>
              </a:schemeClr>
            </a:solidFill>
            <a:round/>
          </a:ln>
        </p:spPr>
        <p:style>
          <a:lnRef idx="0"/>
          <a:fillRef idx="0"/>
          <a:effectRef idx="0"/>
          <a:fontRef idx="minor"/>
        </p:style>
        <p:txBody>
          <a:bodyPr lIns="137160" tIns="137160" rIns="137160" bIns="137160">
            <a:spAutoFit/>
          </a:bodyPr>
          <a:p>
            <a:pPr>
              <a:lnSpc>
                <a:spcPct val="100000"/>
              </a:lnSpc>
              <a:defRPr/>
            </a:pPr>
            <a:r>
              <a:rPr sz="1500" b="0">
                <a:latin typeface="Calibri"/>
              </a:rPr>
              <a:t>BuildMyRide is a modern web application that bridges virtual car customization with real-world visualization. The system is split into two primary components: a high-fidelity desktop-based 3D Customization Studio and a mobile-friendly browser-based WebAR Preview module. The 3D Studio utilizes Three.js and React Three Fiber to render virtual car models (e.g., Honda Civic) with highly detailed customizable parts in a garage environment.</a:t>
            </a:r>
            <a:endParaRPr sz="1500" b="0" strike="noStrike" spc="-1">
              <a:latin typeface="Arial"/>
            </a:endParaRPr>
          </a:p>
          <a:p/>
          <a:p>
            <a:pPr/>
            <a:r>
              <a:rPr sz="1500" b="0">
                <a:latin typeface="Calibri"/>
              </a:rPr>
              <a:t>The AR Preview module leverages client-side deep learning with YOLOv8 running on ONNX Runtime Web. It detects vehicles in the user's camera feed and overlays customized 3D models (such as spoilers, bumpers, and rims) onto the real car in real-time. By utilizing client-side inference, the system maintains strict user privacy, avoids video upload latency, and achieves interactive frame rates (up to 25 FPS) using WebGL/WASM hardware acceleration. Custom designs are persisted using MongoDB, saving both a 2D composite image snapshot and the 3D part configuration for seamless reload.</a:t>
            </a:r>
          </a:p>
        </p:txBody>
      </p:sp>
      <p:sp>
        <p:nvSpPr>
          <p:cNvPr id="52" name="CustomShape 6" hidden="0"/>
          <p:cNvSpPr/>
          <p:nvPr isPhoto="0" userDrawn="0"/>
        </p:nvSpPr>
        <p:spPr bwMode="auto">
          <a:xfrm>
            <a:off x="712980" y="3733328"/>
            <a:ext cx="9541620" cy="449164"/>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p:style>
        <p:txBody>
          <a:bodyPr lIns="68400" tIns="34200" rIns="68400" bIns="34200" anchor="ctr">
            <a:noAutofit/>
          </a:bodyPr>
          <a:p>
            <a:pPr algn="ctr">
              <a:lnSpc>
                <a:spcPct val="100000"/>
              </a:lnSpc>
              <a:defRPr/>
            </a:pPr>
            <a:r>
              <a:rPr lang="en-US" sz="2000" b="1" strike="noStrike" spc="-1">
                <a:solidFill>
                  <a:srgbClr val="FFFFFF"/>
                </a:solidFill>
                <a:latin typeface="Calibri"/>
                <a:ea typeface="Arial"/>
              </a:rPr>
              <a:t>Abstract</a:t>
            </a:r>
            <a:endParaRPr sz="2000" b="0" strike="noStrike" spc="-1">
              <a:latin typeface="Arial"/>
            </a:endParaRPr>
          </a:p>
        </p:txBody>
      </p:sp>
      <p:sp>
        <p:nvSpPr>
          <p:cNvPr id="53" name="CustomShape 7" hidden="0"/>
          <p:cNvSpPr/>
          <p:nvPr isPhoto="0" userDrawn="0"/>
        </p:nvSpPr>
        <p:spPr bwMode="auto">
          <a:xfrm>
            <a:off x="508859" y="17685578"/>
            <a:ext cx="4900535" cy="4160555"/>
          </a:xfrm>
          <a:prstGeom prst="rect">
            <a:avLst/>
          </a:prstGeom>
          <a:solidFill>
            <a:schemeClr val="bg1"/>
          </a:solidFill>
          <a:ln w="12600">
            <a:solidFill>
              <a:schemeClr val="accent1">
                <a:lumMod val="75000"/>
              </a:schemeClr>
            </a:solidFill>
            <a:round/>
          </a:ln>
        </p:spPr>
        <p:style>
          <a:lnRef idx="0"/>
          <a:fillRef idx="0"/>
          <a:effectRef idx="0"/>
          <a:fontRef idx="minor"/>
        </p:style>
        <p:txBody>
          <a:bodyPr lIns="137160" tIns="137160" rIns="137160" bIns="137160">
            <a:spAutoFit/>
          </a:bodyPr>
          <a:p>
            <a:pPr>
              <a:lnSpc>
                <a:spcPct val="100000"/>
              </a:lnSpc>
              <a:defRPr/>
            </a:pPr>
            <a:r>
              <a:rPr sz="1500" b="0">
                <a:latin typeface="Calibri"/>
              </a:rPr>
              <a:t>The system is evaluated on inference time, tracking stability, and user experience. Client-side inference speeds are heavily dependent on the execution provider. Utilizing WebGL acceleration yields a 3x-4x speedup over CPU-bound WASM execution, enabling smooth real-time tracking on modern mobile devices.</a:t>
            </a:r>
            <a:endParaRPr sz="1500" b="0" strike="noStrike" spc="-1">
              <a:latin typeface="Arial"/>
            </a:endParaRPr>
          </a:p>
          <a:p/>
          <a:p>
            <a:pPr/>
            <a:r>
              <a:rPr sz="1500" b="0">
                <a:latin typeface="Calibri"/>
              </a:rPr>
              <a:t>To accommodate low-end mobile devices, we implemented a dynamic frame-skipping mechanism and options for a reduced input size (320x320 px) model, maintaining a responsive UI frame rate. The platform allows instant visualization of customized parts, which are successfully persisted to MongoDB along with base64 visual snapshots.</a:t>
            </a:r>
          </a:p>
        </p:txBody>
      </p:sp>
      <p:sp>
        <p:nvSpPr>
          <p:cNvPr id="54" name="CustomShape 8" hidden="0"/>
          <p:cNvSpPr/>
          <p:nvPr isPhoto="0" userDrawn="0"/>
        </p:nvSpPr>
        <p:spPr bwMode="auto">
          <a:xfrm>
            <a:off x="712980" y="6779506"/>
            <a:ext cx="9541620" cy="433157"/>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p:style>
        <p:txBody>
          <a:bodyPr lIns="68400" tIns="34200" rIns="68400" bIns="34200" anchor="ctr">
            <a:noAutofit/>
          </a:bodyPr>
          <a:p>
            <a:pPr algn="ctr">
              <a:lnSpc>
                <a:spcPct val="100000"/>
              </a:lnSpc>
              <a:defRPr/>
            </a:pPr>
            <a:r>
              <a:rPr lang="en-US" sz="2000" b="1" strike="noStrike" spc="-1">
                <a:solidFill>
                  <a:srgbClr val="FFFFFF"/>
                </a:solidFill>
                <a:latin typeface="Calibri"/>
                <a:ea typeface="Arial"/>
              </a:rPr>
              <a:t>Introduction</a:t>
            </a:r>
            <a:endParaRPr sz="2000" b="0" strike="noStrike" spc="-1">
              <a:latin typeface="Arial"/>
            </a:endParaRPr>
          </a:p>
        </p:txBody>
      </p:sp>
      <p:sp>
        <p:nvSpPr>
          <p:cNvPr id="55" name="CustomShape 9" hidden="0"/>
          <p:cNvSpPr/>
          <p:nvPr isPhoto="0" userDrawn="0"/>
        </p:nvSpPr>
        <p:spPr bwMode="auto">
          <a:xfrm>
            <a:off x="723779" y="10280828"/>
            <a:ext cx="7627355" cy="2788956"/>
          </a:xfrm>
          <a:prstGeom prst="rect">
            <a:avLst/>
          </a:prstGeom>
          <a:solidFill>
            <a:schemeClr val="bg1"/>
          </a:solidFill>
          <a:ln w="12600">
            <a:solidFill>
              <a:schemeClr val="accent1">
                <a:lumMod val="75000"/>
              </a:schemeClr>
            </a:solidFill>
            <a:round/>
          </a:ln>
        </p:spPr>
        <p:style>
          <a:lnRef idx="0"/>
          <a:fillRef idx="0"/>
          <a:effectRef idx="0"/>
          <a:fontRef idx="minor"/>
        </p:style>
        <p:txBody>
          <a:bodyPr lIns="137160" tIns="137160" rIns="137160" bIns="137160">
            <a:spAutoFit/>
          </a:bodyPr>
          <a:p>
            <a:pPr>
              <a:lnSpc>
                <a:spcPct val="100000"/>
              </a:lnSpc>
              <a:defRPr/>
            </a:pPr>
            <a:r>
              <a:rPr sz="1500" b="0">
                <a:latin typeface="Calibri"/>
              </a:rPr>
              <a:t>System Architecture: Front-end built with Next.js, Redux Toolkit, and Tailwind CSS. Back-end powered by Node.js, Express, and MongoDB.</a:t>
            </a:r>
            <a:endParaRPr sz="1500" b="0" strike="noStrike" spc="-1">
              <a:latin typeface="Arial"/>
            </a:endParaRPr>
          </a:p>
          <a:p/>
          <a:p>
            <a:pPr/>
            <a:r>
              <a:rPr sz="1500" b="0">
                <a:latin typeface="Calibri"/>
              </a:rPr>
              <a:t>3D Rendering: Three.js and React Three Fiber load and manipulate GLTF/GLB models of vehicles and individual accessories.</a:t>
            </a:r>
          </a:p>
          <a:p/>
          <a:p>
            <a:pPr/>
            <a:r>
              <a:rPr sz="1500" b="0">
                <a:latin typeface="Calibri"/>
              </a:rPr>
              <a:t>Computer Vision Pipeline:</a:t>
            </a:r>
          </a:p>
          <a:p>
            <a:pPr/>
            <a:r>
              <a:rPr sz="1500" b="0">
                <a:latin typeface="Calibri"/>
              </a:rPr>
              <a:t>1. Frame Capture: The mobile camera stream is captured via the browser's MediaDevices API.</a:t>
            </a:r>
          </a:p>
          <a:p>
            <a:pPr/>
            <a:r>
              <a:rPr sz="1500" b="0">
                <a:latin typeface="Calibri"/>
              </a:rPr>
              <a:t>2. YOLOv8 Inference: The frame is normalized and fed into an Ultralytics YOLOv8 nano model (yolov8n.onnx) running on the client via ONNX Runtime Web.</a:t>
            </a:r>
          </a:p>
          <a:p>
            <a:pPr/>
            <a:r>
              <a:rPr sz="1500" b="0">
                <a:latin typeface="Calibri"/>
              </a:rPr>
              <a:t>3. Smoothing: Bounding box coordinates are processed with Linear Interpolation (lerp) to suppress tracking jitter.</a:t>
            </a:r>
          </a:p>
          <a:p>
            <a:pPr/>
            <a:r>
              <a:rPr sz="1500" b="0">
                <a:latin typeface="Calibri"/>
              </a:rPr>
              <a:t>4. Three.js Overlay: A transparent canvas overlays the camera view, scaling and translating the 3D parts to fit the detected bounding box.</a:t>
            </a:r>
          </a:p>
        </p:txBody>
      </p:sp>
      <p:sp>
        <p:nvSpPr>
          <p:cNvPr id="56" name="CustomShape 10" hidden="0"/>
          <p:cNvSpPr/>
          <p:nvPr isPhoto="0" userDrawn="0"/>
        </p:nvSpPr>
        <p:spPr bwMode="auto">
          <a:xfrm>
            <a:off x="723780" y="9806014"/>
            <a:ext cx="7626780" cy="46035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p:style>
        <p:txBody>
          <a:bodyPr lIns="68400" tIns="34200" rIns="68400" bIns="34200" anchor="ctr">
            <a:noAutofit/>
          </a:bodyPr>
          <a:p>
            <a:pPr algn="ctr">
              <a:lnSpc>
                <a:spcPct val="100000"/>
              </a:lnSpc>
              <a:defRPr/>
            </a:pPr>
            <a:r>
              <a:rPr lang="en-US" sz="2000" b="1" strike="noStrike" spc="-1">
                <a:solidFill>
                  <a:srgbClr val="FFFFFF"/>
                </a:solidFill>
                <a:latin typeface="Calibri"/>
                <a:ea typeface="Arial"/>
              </a:rPr>
              <a:t>Methods and Materials</a:t>
            </a:r>
            <a:endParaRPr sz="2000" b="0" strike="noStrike" spc="-1">
              <a:latin typeface="Arial"/>
            </a:endParaRPr>
          </a:p>
        </p:txBody>
      </p:sp>
      <p:grpSp>
        <p:nvGrpSpPr>
          <p:cNvPr id="57" name="Group 11" hidden="0"/>
          <p:cNvGrpSpPr/>
          <p:nvPr isPhoto="0" userDrawn="0"/>
        </p:nvGrpSpPr>
        <p:grpSpPr bwMode="auto">
          <a:xfrm>
            <a:off x="2783519" y="13431921"/>
            <a:ext cx="7638155" cy="3492370"/>
            <a:chOff x="0" y="0"/>
            <a:chExt cx="7638155" cy="3492370"/>
          </a:xfrm>
        </p:grpSpPr>
        <p:sp>
          <p:nvSpPr>
            <p:cNvPr id="58" name="CustomShape 12" hidden="0"/>
            <p:cNvSpPr/>
            <p:nvPr isPhoto="0" userDrawn="0"/>
          </p:nvSpPr>
          <p:spPr bwMode="auto">
            <a:xfrm>
              <a:off x="0" y="474814"/>
              <a:ext cx="7638155" cy="3017556"/>
            </a:xfrm>
            <a:prstGeom prst="rect">
              <a:avLst/>
            </a:prstGeom>
            <a:solidFill>
              <a:schemeClr val="bg1"/>
            </a:solidFill>
            <a:ln w="12600">
              <a:solidFill>
                <a:schemeClr val="accent1">
                  <a:lumMod val="75000"/>
                </a:schemeClr>
              </a:solidFill>
              <a:round/>
            </a:ln>
          </p:spPr>
          <p:style>
            <a:lnRef idx="0"/>
            <a:fillRef idx="0"/>
            <a:effectRef idx="0"/>
            <a:fontRef idx="minor"/>
          </p:style>
          <p:txBody>
            <a:bodyPr lIns="137160" tIns="137160" rIns="137160" bIns="137160">
              <a:spAutoFit/>
            </a:bodyPr>
            <a:p>
              <a:pPr>
                <a:lnSpc>
                  <a:spcPct val="100000"/>
                </a:lnSpc>
                <a:defRPr/>
              </a:pPr>
              <a:r>
                <a:rPr lang="en-US" sz="1500" b="0" strike="noStrike" spc="-1">
                  <a:solidFill>
                    <a:srgbClr val="000000"/>
                  </a:solidFill>
                  <a:latin typeface="Calibri"/>
                  <a:ea typeface="Calibri"/>
                </a:rPr>
                <a:t>Lorem  ipsum dolor sit amet, consectetur adipiscing elit, sed do eiusmod  tempor incididunt ut labore et dolore magna aliqua. Interdum varius sit  amet mattis vulputate enim nulla. Posuere urna nec </a:t>
              </a:r>
              <a:r>
                <a:rPr lang="en-US" sz="1500" b="1" strike="noStrike" spc="-1">
                  <a:solidFill>
                    <a:srgbClr val="000000"/>
                  </a:solidFill>
                  <a:latin typeface="Calibri"/>
                  <a:ea typeface="Calibri"/>
                </a:rPr>
                <a:t>tincidunt praesent</a:t>
              </a:r>
              <a:r>
                <a:rPr lang="en-US" sz="1500" b="0" strike="noStrike" spc="-1">
                  <a:solidFill>
                    <a:srgbClr val="000000"/>
                  </a:solidFill>
                  <a:latin typeface="Calibri"/>
                  <a:ea typeface="Calibri"/>
                </a:rPr>
                <a:t>  semper feugiat nibh. Posuere lorem ipsum dolor sit amet consectetur.  Lorem ipsum dolor sit amet consectetur. </a:t>
              </a:r>
              <a:endParaRPr sz="1500" b="0" strike="noStrike" spc="-1">
                <a:latin typeface="Arial"/>
              </a:endParaRPr>
            </a:p>
            <a:p>
              <a:pPr>
                <a:lnSpc>
                  <a:spcPct val="100000"/>
                </a:lnSpc>
                <a:defRPr/>
              </a:pPr>
              <a:endParaRPr sz="1500" b="0" strike="noStrike" spc="-1">
                <a:latin typeface="Arial"/>
              </a:endParaRPr>
            </a:p>
            <a:p>
              <a:pPr>
                <a:lnSpc>
                  <a:spcPct val="100000"/>
                </a:lnSpc>
                <a:defRPr/>
              </a:pPr>
              <a:r>
                <a:rPr lang="en-US" sz="1500" b="0" strike="noStrike" spc="-1">
                  <a:solidFill>
                    <a:srgbClr val="000000"/>
                  </a:solidFill>
                  <a:latin typeface="Calibri"/>
                  <a:ea typeface="Calibri"/>
                </a:rPr>
                <a:t>Id venenatis a </a:t>
              </a:r>
              <a:r>
                <a:rPr lang="en-US" sz="1500" b="1" strike="noStrike" spc="-1">
                  <a:solidFill>
                    <a:srgbClr val="000000"/>
                  </a:solidFill>
                  <a:latin typeface="Calibri"/>
                  <a:ea typeface="Calibri"/>
                </a:rPr>
                <a:t>condimentum vitae  sapien pellentesque</a:t>
              </a:r>
              <a:r>
                <a:rPr lang="en-US" sz="1500" b="0" strike="noStrike" spc="-1">
                  <a:solidFill>
                    <a:srgbClr val="000000"/>
                  </a:solidFill>
                  <a:latin typeface="Calibri"/>
                  <a:ea typeface="Calibri"/>
                </a:rPr>
                <a:t> habitant morbi tristique. Massa vitae tortor  condimentum lacinia quis vel eros donec ac. Proin fermentum leo vel  orci. Enim praesent elementum facilisis leo vel fringilla. Pellentesque  habitant morbi tristique senectus et netus et. Sit amet nisl suscipit  adipiscing bibendum est. </a:t>
              </a:r>
              <a:endParaRPr sz="1500" b="0" strike="noStrike" spc="-1">
                <a:latin typeface="Arial"/>
              </a:endParaRPr>
            </a:p>
            <a:p>
              <a:pPr>
                <a:lnSpc>
                  <a:spcPct val="100000"/>
                </a:lnSpc>
                <a:defRPr/>
              </a:pPr>
              <a:endParaRPr sz="1500" b="0" strike="noStrike" spc="-1">
                <a:latin typeface="Arial"/>
              </a:endParaRPr>
            </a:p>
            <a:p>
              <a:pPr>
                <a:lnSpc>
                  <a:spcPct val="100000"/>
                </a:lnSpc>
                <a:defRPr/>
              </a:pPr>
              <a:r>
                <a:rPr lang="en-US" sz="1500" b="0" strike="noStrike" spc="-1">
                  <a:solidFill>
                    <a:srgbClr val="000000"/>
                  </a:solidFill>
                  <a:latin typeface="Calibri"/>
                  <a:ea typeface="Calibri"/>
                </a:rPr>
                <a:t>Odio ut sem nulla pharetra diam sit. Ut eu sem  integer vitae justo eget magna fermentum iaculis. Augue lacus viverra  vitae congue eu.</a:t>
              </a:r>
              <a:endParaRPr sz="1500" b="0" strike="noStrike" spc="-1">
                <a:latin typeface="Arial"/>
              </a:endParaRPr>
            </a:p>
          </p:txBody>
        </p:sp>
        <p:sp>
          <p:nvSpPr>
            <p:cNvPr id="59" name="CustomShape 13" hidden="0"/>
            <p:cNvSpPr/>
            <p:nvPr isPhoto="0" userDrawn="0"/>
          </p:nvSpPr>
          <p:spPr bwMode="auto">
            <a:xfrm>
              <a:off x="0" y="0"/>
              <a:ext cx="7637760" cy="472885"/>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p:style>
          <p:txBody>
            <a:bodyPr lIns="68400" tIns="34200" rIns="68400" bIns="34200" anchor="ctr">
              <a:noAutofit/>
            </a:bodyPr>
            <a:p>
              <a:pPr algn="ctr">
                <a:lnSpc>
                  <a:spcPct val="100000"/>
                </a:lnSpc>
                <a:defRPr/>
              </a:pPr>
              <a:r>
                <a:rPr lang="en-US" sz="2000" b="1" strike="noStrike" spc="-1">
                  <a:solidFill>
                    <a:srgbClr val="FFFFFF"/>
                  </a:solidFill>
                  <a:latin typeface="Calibri"/>
                  <a:ea typeface="Arial"/>
                </a:rPr>
                <a:t>Discussion</a:t>
              </a:r>
              <a:endParaRPr sz="2000" b="0" strike="noStrike" spc="-1">
                <a:latin typeface="Arial"/>
              </a:endParaRPr>
            </a:p>
          </p:txBody>
        </p:sp>
      </p:grpSp>
      <p:graphicFrame>
        <p:nvGraphicFramePr>
          <p:cNvPr id="60" name="Table 14" hidden="0"/>
          <p:cNvGraphicFramePr>
            <a:graphicFrameLocks xmlns:a="http://schemas.openxmlformats.org/drawingml/2006/main"/>
          </p:cNvGraphicFramePr>
          <p:nvPr isPhoto="0" userDrawn="0"/>
        </p:nvGraphicFramePr>
        <p:xfrm>
          <a:off x="496799" y="22224393"/>
          <a:ext cx="4992497" cy="2816003"/>
        </p:xfrm>
        <a:graphic>
          <a:graphicData uri="http://schemas.openxmlformats.org/drawingml/2006/table">
            <a:tbl>
              <a:tblPr firstRow="0" firstCol="0" lastRow="0" lastCol="0" bandRow="0" bandCol="0"/>
              <a:tblGrid>
                <a:gridCol w="1245019"/>
                <a:gridCol w="1245019"/>
                <a:gridCol w="1245019"/>
                <a:gridCol w="1245198"/>
              </a:tblGrid>
              <a:tr h="410722">
                <a:tc>
                  <a:txBody>
                    <a:bodyPr/>
                    <a:p>
                      <a:pPr/>
                      <a:r>
                        <a:rPr sz="1500" b="1">
                          <a:latin typeface="Calibri"/>
                        </a:rPr>
                        <a:t>Device / Platform</a:t>
                      </a:r>
                    </a:p>
                  </a:txBody>
                  <a:tcPr marL="121680" marR="121680">
                    <a:lnL w="12240" algn="ctr">
                      <a:solidFill>
                        <a:srgbClr val="FFFFFF"/>
                      </a:solidFill>
                    </a:lnL>
                    <a:lnR w="12240" algn="ctr">
                      <a:solidFill>
                        <a:srgbClr val="FFFFFF"/>
                      </a:solidFill>
                    </a:lnR>
                    <a:lnT w="12240" algn="ctr">
                      <a:solidFill>
                        <a:srgbClr val="FFFFFF"/>
                      </a:solidFill>
                    </a:lnT>
                    <a:lnB w="38160" algn="ctr">
                      <a:solidFill>
                        <a:srgbClr val="FFFFFF"/>
                      </a:solidFill>
                    </a:lnB>
                    <a:solidFill>
                      <a:srgbClr val="2E75B6"/>
                    </a:solidFill>
                  </a:tcPr>
                </a:tc>
                <a:tc>
                  <a:txBody>
                    <a:bodyPr/>
                    <a:p>
                      <a:pPr algn="ctr"/>
                      <a:r>
                        <a:rPr sz="1500" b="1">
                          <a:latin typeface="Calibri"/>
                        </a:rPr>
                        <a:t>Execution Provider</a:t>
                      </a:r>
                    </a:p>
                  </a:txBody>
                  <a:tcPr marL="121680" marR="121680">
                    <a:lnL w="12240" algn="ctr">
                      <a:solidFill>
                        <a:srgbClr val="FFFFFF"/>
                      </a:solidFill>
                    </a:lnL>
                    <a:lnR w="12240" algn="ctr">
                      <a:solidFill>
                        <a:srgbClr val="FFFFFF"/>
                      </a:solidFill>
                    </a:lnR>
                    <a:lnT w="12240" algn="ctr">
                      <a:solidFill>
                        <a:srgbClr val="FFFFFF"/>
                      </a:solidFill>
                    </a:lnT>
                    <a:lnB w="38160" algn="ctr">
                      <a:solidFill>
                        <a:srgbClr val="FFFFFF"/>
                      </a:solidFill>
                    </a:lnB>
                    <a:solidFill>
                      <a:srgbClr val="2E75B6"/>
                    </a:solidFill>
                  </a:tcPr>
                </a:tc>
                <a:tc>
                  <a:txBody>
                    <a:bodyPr/>
                    <a:p>
                      <a:pPr algn="ctr"/>
                      <a:r>
                        <a:rPr sz="1500" b="1">
                          <a:latin typeface="Calibri"/>
                        </a:rPr>
                        <a:t>Input Size</a:t>
                      </a:r>
                    </a:p>
                  </a:txBody>
                  <a:tcPr marL="121680" marR="121680">
                    <a:lnL w="12240" algn="ctr">
                      <a:solidFill>
                        <a:srgbClr val="FFFFFF"/>
                      </a:solidFill>
                    </a:lnL>
                    <a:lnR w="12240" algn="ctr">
                      <a:solidFill>
                        <a:srgbClr val="FFFFFF"/>
                      </a:solidFill>
                    </a:lnR>
                    <a:lnT w="12240" algn="ctr">
                      <a:solidFill>
                        <a:srgbClr val="FFFFFF"/>
                      </a:solidFill>
                    </a:lnT>
                    <a:lnB w="38160" algn="ctr">
                      <a:solidFill>
                        <a:srgbClr val="FFFFFF"/>
                      </a:solidFill>
                    </a:lnB>
                    <a:solidFill>
                      <a:srgbClr val="2E75B6"/>
                    </a:solidFill>
                  </a:tcPr>
                </a:tc>
                <a:tc>
                  <a:txBody>
                    <a:bodyPr/>
                    <a:p>
                      <a:pPr algn="ctr"/>
                      <a:r>
                        <a:rPr sz="1500" b="1">
                          <a:latin typeface="Calibri"/>
                        </a:rPr>
                        <a:t>Avg Inference</a:t>
                      </a:r>
                    </a:p>
                  </a:txBody>
                  <a:tcPr marL="121680" marR="121680">
                    <a:lnL w="12240" algn="ctr">
                      <a:solidFill>
                        <a:srgbClr val="FFFFFF"/>
                      </a:solidFill>
                    </a:lnL>
                    <a:lnR w="12240" algn="ctr">
                      <a:solidFill>
                        <a:srgbClr val="FFFFFF"/>
                      </a:solidFill>
                    </a:lnR>
                    <a:lnT w="12240" algn="ctr">
                      <a:solidFill>
                        <a:srgbClr val="FFFFFF"/>
                      </a:solidFill>
                    </a:lnT>
                    <a:lnB w="38160" algn="ctr">
                      <a:solidFill>
                        <a:srgbClr val="FFFFFF"/>
                      </a:solidFill>
                    </a:lnB>
                    <a:solidFill>
                      <a:srgbClr val="2E75B6"/>
                    </a:solidFill>
                  </a:tcPr>
                </a:tc>
              </a:tr>
              <a:tr h="391269">
                <a:tc>
                  <a:txBody>
                    <a:bodyPr/>
                    <a:p>
                      <a:pPr/>
                      <a:r>
                        <a:rPr sz="1500" b="0">
                          <a:latin typeface="Calibri"/>
                        </a:rPr>
                        <a:t>Desktop (i7 / RTX 3060)</a:t>
                      </a:r>
                    </a:p>
                  </a:txBody>
                  <a:tcPr marL="121680" marR="12168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DEEBF7"/>
                    </a:solidFill>
                  </a:tcPr>
                </a:tc>
                <a:tc>
                  <a:txBody>
                    <a:bodyPr/>
                    <a:p>
                      <a:pPr algn="ctr"/>
                      <a:r>
                        <a:rPr sz="1500" b="0">
                          <a:latin typeface="Calibri"/>
                        </a:rPr>
                        <a:t>WebGL (GPU)</a:t>
                      </a:r>
                    </a:p>
                  </a:txBody>
                  <a:tcPr marL="121680" marR="12168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DEEBF7"/>
                    </a:solidFill>
                  </a:tcPr>
                </a:tc>
                <a:tc>
                  <a:txBody>
                    <a:bodyPr/>
                    <a:p>
                      <a:pPr algn="ctr"/>
                      <a:r>
                        <a:rPr sz="1500" b="0">
                          <a:latin typeface="Calibri"/>
                        </a:rPr>
                        <a:t>640 x 640 px</a:t>
                      </a:r>
                    </a:p>
                  </a:txBody>
                  <a:tcPr marL="121680" marR="12168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DEEBF7"/>
                    </a:solidFill>
                  </a:tcPr>
                </a:tc>
                <a:tc>
                  <a:txBody>
                    <a:bodyPr/>
                    <a:p>
                      <a:pPr algn="ctr"/>
                      <a:r>
                        <a:rPr sz="1500" b="0">
                          <a:latin typeface="Calibri"/>
                        </a:rPr>
                        <a:t>12.4 ms</a:t>
                      </a:r>
                    </a:p>
                  </a:txBody>
                  <a:tcPr marL="121680" marR="12168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DEEBF7"/>
                    </a:solidFill>
                  </a:tcPr>
                </a:tc>
              </a:tr>
              <a:tr h="397566">
                <a:tc>
                  <a:txBody>
                    <a:bodyPr/>
                    <a:p>
                      <a:pPr/>
                      <a:r>
                        <a:rPr sz="1500" b="0">
                          <a:latin typeface="Calibri"/>
                        </a:rPr>
                        <a:t>Desktop (i7)</a:t>
                      </a:r>
                    </a:p>
                  </a:txBody>
                  <a:tcPr marL="121680" marR="12168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DEEBF7"/>
                    </a:solidFill>
                  </a:tcPr>
                </a:tc>
                <a:tc>
                  <a:txBody>
                    <a:bodyPr/>
                    <a:p>
                      <a:pPr algn="ctr"/>
                      <a:r>
                        <a:rPr sz="1500" b="0">
                          <a:latin typeface="Calibri"/>
                        </a:rPr>
                        <a:t>WASM (CPU)</a:t>
                      </a:r>
                    </a:p>
                  </a:txBody>
                  <a:tcPr marL="121680" marR="12168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DEEBF7"/>
                    </a:solidFill>
                  </a:tcPr>
                </a:tc>
                <a:tc>
                  <a:txBody>
                    <a:bodyPr/>
                    <a:p>
                      <a:pPr algn="ctr"/>
                      <a:r>
                        <a:rPr sz="1500" b="0">
                          <a:latin typeface="Calibri"/>
                        </a:rPr>
                        <a:t>640 x 640 px</a:t>
                      </a:r>
                    </a:p>
                  </a:txBody>
                  <a:tcPr marL="121680" marR="12168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DEEBF7"/>
                    </a:solidFill>
                  </a:tcPr>
                </a:tc>
                <a:tc>
                  <a:txBody>
                    <a:bodyPr/>
                    <a:p>
                      <a:pPr algn="ctr"/>
                      <a:r>
                        <a:rPr sz="1500" b="0">
                          <a:latin typeface="Calibri"/>
                        </a:rPr>
                        <a:t>46.2 ms</a:t>
                      </a:r>
                    </a:p>
                  </a:txBody>
                  <a:tcPr marL="121680" marR="12168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DEEBF7"/>
                    </a:solidFill>
                  </a:tcPr>
                </a:tc>
              </a:tr>
              <a:tr h="397566">
                <a:tc>
                  <a:txBody>
                    <a:bodyPr/>
                    <a:p>
                      <a:pPr/>
                      <a:r>
                        <a:rPr sz="1500" b="0">
                          <a:latin typeface="Calibri"/>
                        </a:rPr>
                        <a:t>iPhone 15 Pro</a:t>
                      </a:r>
                    </a:p>
                  </a:txBody>
                  <a:tcPr marL="121680" marR="12168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DEEBF7"/>
                    </a:solidFill>
                  </a:tcPr>
                </a:tc>
                <a:tc>
                  <a:txBody>
                    <a:bodyPr/>
                    <a:p>
                      <a:pPr algn="ctr"/>
                      <a:r>
                        <a:rPr sz="1500" b="0">
                          <a:latin typeface="Calibri"/>
                        </a:rPr>
                        <a:t>WebGL (GPU)</a:t>
                      </a:r>
                    </a:p>
                  </a:txBody>
                  <a:tcPr marL="121680" marR="12168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DEEBF7"/>
                    </a:solidFill>
                  </a:tcPr>
                </a:tc>
                <a:tc>
                  <a:txBody>
                    <a:bodyPr/>
                    <a:p>
                      <a:pPr algn="ctr"/>
                      <a:r>
                        <a:rPr sz="1500" b="0">
                          <a:latin typeface="Calibri"/>
                        </a:rPr>
                        <a:t>640 x 640 px</a:t>
                      </a:r>
                    </a:p>
                  </a:txBody>
                  <a:tcPr marL="121680" marR="12168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DEEBF7"/>
                    </a:solidFill>
                  </a:tcPr>
                </a:tc>
                <a:tc>
                  <a:txBody>
                    <a:bodyPr/>
                    <a:p>
                      <a:pPr algn="ctr"/>
                      <a:r>
                        <a:rPr sz="1500" b="0">
                          <a:latin typeface="Calibri"/>
                        </a:rPr>
                        <a:t>72.8 ms</a:t>
                      </a:r>
                    </a:p>
                  </a:txBody>
                  <a:tcPr marL="121680" marR="12168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DEEBF7"/>
                    </a:solidFill>
                  </a:tcPr>
                </a:tc>
              </a:tr>
              <a:tr h="397566">
                <a:tc>
                  <a:txBody>
                    <a:bodyPr/>
                    <a:p>
                      <a:pPr/>
                      <a:r>
                        <a:rPr sz="1500" b="0">
                          <a:latin typeface="Calibri"/>
                        </a:rPr>
                        <a:t>Android (Snapdragon 8)</a:t>
                      </a:r>
                    </a:p>
                  </a:txBody>
                  <a:tcPr marL="121680" marR="12168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DEEBF7"/>
                    </a:solidFill>
                  </a:tcPr>
                </a:tc>
                <a:tc>
                  <a:txBody>
                    <a:bodyPr/>
                    <a:p>
                      <a:pPr algn="ctr"/>
                      <a:r>
                        <a:rPr sz="1500" b="0">
                          <a:latin typeface="Calibri"/>
                        </a:rPr>
                        <a:t>WebGL (GPU)</a:t>
                      </a:r>
                    </a:p>
                  </a:txBody>
                  <a:tcPr marL="121680" marR="12168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DEEBF7"/>
                    </a:solidFill>
                  </a:tcPr>
                </a:tc>
                <a:tc>
                  <a:txBody>
                    <a:bodyPr/>
                    <a:p>
                      <a:pPr algn="ctr"/>
                      <a:r>
                        <a:rPr sz="1500" b="0">
                          <a:latin typeface="Calibri"/>
                        </a:rPr>
                        <a:t>320 x 320 px</a:t>
                      </a:r>
                    </a:p>
                  </a:txBody>
                  <a:tcPr marL="121680" marR="12168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DEEBF7"/>
                    </a:solidFill>
                  </a:tcPr>
                </a:tc>
                <a:tc>
                  <a:txBody>
                    <a:bodyPr/>
                    <a:p>
                      <a:pPr algn="ctr"/>
                      <a:r>
                        <a:rPr sz="1500" b="0">
                          <a:latin typeface="Calibri"/>
                        </a:rPr>
                        <a:t>34.5 ms</a:t>
                      </a:r>
                    </a:p>
                  </a:txBody>
                  <a:tcPr marL="121680" marR="12168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DEEBF7"/>
                    </a:solidFill>
                  </a:tcPr>
                </a:tc>
              </a:tr>
              <a:tr h="397566">
                <a:tc>
                  <a:txBody>
                    <a:bodyPr/>
                    <a:p>
                      <a:pPr/>
                      <a:r>
                        <a:rPr sz="1500" b="0">
                          <a:latin typeface="Calibri"/>
                        </a:rPr>
                        <a:t>Android (Snapdragon 8)</a:t>
                      </a:r>
                    </a:p>
                  </a:txBody>
                  <a:tcPr marL="121680" marR="12168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DEEBF7"/>
                    </a:solidFill>
                  </a:tcPr>
                </a:tc>
                <a:tc>
                  <a:txBody>
                    <a:bodyPr/>
                    <a:p>
                      <a:pPr algn="ctr"/>
                      <a:r>
                        <a:rPr sz="1500" b="0">
                          <a:latin typeface="Calibri"/>
                        </a:rPr>
                        <a:t>WASM (CPU)</a:t>
                      </a:r>
                    </a:p>
                  </a:txBody>
                  <a:tcPr marL="121680" marR="12168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DEEBF7"/>
                    </a:solidFill>
                  </a:tcPr>
                </a:tc>
                <a:tc>
                  <a:txBody>
                    <a:bodyPr/>
                    <a:p>
                      <a:pPr algn="ctr"/>
                      <a:r>
                        <a:rPr sz="1500" b="0">
                          <a:latin typeface="Calibri"/>
                        </a:rPr>
                        <a:t>320 x 320 px</a:t>
                      </a:r>
                    </a:p>
                  </a:txBody>
                  <a:tcPr marL="121680" marR="12168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DEEBF7"/>
                    </a:solidFill>
                  </a:tcPr>
                </a:tc>
                <a:tc>
                  <a:txBody>
                    <a:bodyPr/>
                    <a:p>
                      <a:pPr algn="ctr"/>
                      <a:r>
                        <a:rPr sz="1500" b="0">
                          <a:latin typeface="Calibri"/>
                        </a:rPr>
                        <a:t>138.1 ms</a:t>
                      </a:r>
                    </a:p>
                  </a:txBody>
                  <a:tcPr marL="121680" marR="12168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DEEBF7"/>
                    </a:solidFill>
                  </a:tcPr>
                </a:tc>
              </a:tr>
              <a:tr h="398546">
                <a:tc>
                  <a:txBody>
                    <a:bodyPr/>
                    <a:p>
                      <a:pPr/>
                      <a:r>
                        <a:rPr sz="1500" b="1">
                          <a:latin typeface="Calibri"/>
                        </a:rPr>
                        <a:t>Target Frame Rate</a:t>
                      </a:r>
                    </a:p>
                  </a:txBody>
                  <a:tcPr marL="121680" marR="12168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DEEBF7"/>
                    </a:solidFill>
                  </a:tcPr>
                </a:tc>
                <a:tc>
                  <a:txBody>
                    <a:bodyPr/>
                    <a:p>
                      <a:pPr algn="ctr"/>
                      <a:r>
                        <a:rPr sz="1500" b="1">
                          <a:latin typeface="Calibri"/>
                        </a:rPr>
                        <a:t>WebGL (GPU)</a:t>
                      </a:r>
                    </a:p>
                  </a:txBody>
                  <a:tcPr marL="121680" marR="12168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DEEBF7"/>
                    </a:solidFill>
                  </a:tcPr>
                </a:tc>
                <a:tc>
                  <a:txBody>
                    <a:bodyPr/>
                    <a:p>
                      <a:pPr algn="ctr"/>
                      <a:r>
                        <a:rPr sz="1500" b="1">
                          <a:latin typeface="Calibri"/>
                        </a:rPr>
                        <a:t>Optimized</a:t>
                      </a:r>
                    </a:p>
                  </a:txBody>
                  <a:tcPr marL="121680" marR="12168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DEEBF7"/>
                    </a:solidFill>
                  </a:tcPr>
                </a:tc>
                <a:tc>
                  <a:txBody>
                    <a:bodyPr/>
                    <a:p>
                      <a:pPr algn="ctr"/>
                      <a:r>
                        <a:rPr sz="1500" b="1">
                          <a:latin typeface="Calibri"/>
                        </a:rPr>
                        <a:t>25+ FPS</a:t>
                      </a:r>
                    </a:p>
                  </a:txBody>
                  <a:tcPr marL="121680" marR="12168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DEEBF7"/>
                    </a:solidFill>
                  </a:tcPr>
                </a:tc>
              </a:tr>
            </a:tbl>
          </a:graphicData>
        </a:graphic>
      </p:graphicFrame>
      <p:sp>
        <p:nvSpPr>
          <p:cNvPr id="61" name="CustomShape 15" hidden="0"/>
          <p:cNvSpPr/>
          <p:nvPr isPhoto="0" userDrawn="0"/>
        </p:nvSpPr>
        <p:spPr bwMode="auto">
          <a:xfrm>
            <a:off x="508860" y="17329564"/>
            <a:ext cx="4900320" cy="381471"/>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p:style>
        <p:txBody>
          <a:bodyPr lIns="68400" tIns="34200" rIns="68400" bIns="34200" anchor="ctr">
            <a:noAutofit/>
          </a:bodyPr>
          <a:p>
            <a:pPr algn="ctr">
              <a:lnSpc>
                <a:spcPct val="100000"/>
              </a:lnSpc>
              <a:defRPr/>
            </a:pPr>
            <a:r>
              <a:rPr lang="en-US" sz="2000" b="1" strike="noStrike" spc="-1">
                <a:solidFill>
                  <a:srgbClr val="FFFFFF"/>
                </a:solidFill>
                <a:latin typeface="Calibri"/>
                <a:ea typeface="Arial"/>
              </a:rPr>
              <a:t>Results</a:t>
            </a:r>
            <a:endParaRPr sz="2000" b="0" strike="noStrike" spc="-1">
              <a:latin typeface="Arial"/>
            </a:endParaRPr>
          </a:p>
        </p:txBody>
      </p:sp>
      <p:pic>
        <p:nvPicPr>
          <p:cNvPr id="62" name="Picture 178" descr="Picture1" hidden="0"/>
          <p:cNvPicPr/>
          <p:nvPr isPhoto="0" userDrawn="0"/>
        </p:nvPicPr>
        <p:blipFill>
          <a:blip r:embed="rId2"/>
          <a:stretch/>
        </p:blipFill>
        <p:spPr bwMode="auto">
          <a:xfrm>
            <a:off x="8509500" y="10302428"/>
            <a:ext cx="2001420" cy="2352471"/>
          </a:xfrm>
          <a:prstGeom prst="rect">
            <a:avLst/>
          </a:prstGeom>
          <a:ln w="9360">
            <a:solidFill>
              <a:schemeClr val="tx2">
                <a:lumMod val="50000"/>
              </a:schemeClr>
            </a:solidFill>
            <a:miter/>
          </a:ln>
        </p:spPr>
      </p:pic>
      <p:pic>
        <p:nvPicPr>
          <p:cNvPr id="63" name="Picture 179" descr="Picture2" hidden="0"/>
          <p:cNvPicPr/>
          <p:nvPr isPhoto="0" userDrawn="0"/>
        </p:nvPicPr>
        <p:blipFill>
          <a:blip r:embed="rId3"/>
          <a:stretch/>
        </p:blipFill>
        <p:spPr bwMode="auto">
          <a:xfrm>
            <a:off x="668160" y="14137778"/>
            <a:ext cx="1932660" cy="2120271"/>
          </a:xfrm>
          <a:prstGeom prst="rect">
            <a:avLst/>
          </a:prstGeom>
          <a:ln>
            <a:noFill/>
          </a:ln>
        </p:spPr>
      </p:pic>
      <p:sp>
        <p:nvSpPr>
          <p:cNvPr id="65" name="CustomShape 17" hidden="0"/>
          <p:cNvSpPr/>
          <p:nvPr isPhoto="0" userDrawn="0"/>
        </p:nvSpPr>
        <p:spPr bwMode="auto">
          <a:xfrm>
            <a:off x="676199" y="16371257"/>
            <a:ext cx="1974741" cy="251316"/>
          </a:xfrm>
          <a:prstGeom prst="rect">
            <a:avLst/>
          </a:prstGeom>
          <a:noFill/>
          <a:ln>
            <a:noFill/>
          </a:ln>
        </p:spPr>
        <p:style>
          <a:lnRef idx="0"/>
          <a:fillRef idx="0"/>
          <a:effectRef idx="0"/>
          <a:fontRef idx="minor"/>
        </p:style>
        <p:txBody>
          <a:bodyPr wrap="none" lIns="68400" tIns="34200" rIns="68400" bIns="34200">
            <a:spAutoFit/>
          </a:bodyPr>
          <a:p>
            <a:pPr>
              <a:lnSpc>
                <a:spcPct val="100000"/>
              </a:lnSpc>
              <a:defRPr/>
            </a:pPr>
            <a:r>
              <a:rPr sz="1200" b="0">
                <a:latin typeface="Calibri"/>
              </a:rPr>
              <a:t>Figure 2. Transparent Three.js WebGL overlay matching the vehicle's spatial bounds.</a:t>
            </a:r>
            <a:endParaRPr sz="1200" b="0" strike="noStrike" spc="-1">
              <a:latin typeface="Arial"/>
            </a:endParaRPr>
          </a:p>
        </p:txBody>
      </p:sp>
      <p:sp>
        <p:nvSpPr>
          <p:cNvPr id="66" name="CustomShape 18" hidden="0"/>
          <p:cNvSpPr/>
          <p:nvPr isPhoto="0" userDrawn="0"/>
        </p:nvSpPr>
        <p:spPr bwMode="auto">
          <a:xfrm>
            <a:off x="1967961" y="25145548"/>
            <a:ext cx="1929181" cy="251316"/>
          </a:xfrm>
          <a:prstGeom prst="rect">
            <a:avLst/>
          </a:prstGeom>
          <a:noFill/>
          <a:ln>
            <a:noFill/>
          </a:ln>
        </p:spPr>
        <p:style>
          <a:lnRef idx="0"/>
          <a:fillRef idx="0"/>
          <a:effectRef idx="0"/>
          <a:fontRef idx="minor"/>
        </p:style>
        <p:txBody>
          <a:bodyPr wrap="none" lIns="68400" tIns="34200" rIns="68400" bIns="34200">
            <a:spAutoFit/>
          </a:bodyPr>
          <a:p>
            <a:pPr>
              <a:lnSpc>
                <a:spcPct val="100000"/>
              </a:lnSpc>
              <a:defRPr/>
            </a:pPr>
            <a:r>
              <a:rPr sz="1200" b="0">
                <a:latin typeface="Calibri"/>
              </a:rPr>
              <a:t>Table 1. Inference performance benchmarks of client-side YOLOv8.</a:t>
            </a:r>
            <a:endParaRPr sz="1200" b="0" strike="noStrike" spc="-1">
              <a:latin typeface="Arial"/>
            </a:endParaRPr>
          </a:p>
        </p:txBody>
      </p:sp>
      <p:grpSp>
        <p:nvGrpSpPr>
          <p:cNvPr id="67" name="Group 19" hidden="0"/>
          <p:cNvGrpSpPr/>
          <p:nvPr isPhoto="0" userDrawn="0"/>
        </p:nvGrpSpPr>
        <p:grpSpPr bwMode="auto">
          <a:xfrm flipH="0" flipV="0">
            <a:off x="5660100" y="17367249"/>
            <a:ext cx="4725209" cy="4042636"/>
            <a:chOff x="0" y="0"/>
            <a:chExt cx="4725209" cy="4042636"/>
          </a:xfrm>
        </p:grpSpPr>
        <p:graphicFrame>
          <p:nvGraphicFramePr>
            <p:cNvPr id="68" name="Chart 6" hidden="0"/>
            <p:cNvGraphicFramePr>
              <a:graphicFrameLocks xmlns:a="http://schemas.openxmlformats.org/drawingml/2006/main"/>
            </p:cNvGraphicFramePr>
            <p:nvPr isPhoto="0" userDrawn="0"/>
          </p:nvGraphicFramePr>
          <p:xfrm>
            <a:off x="0" y="0"/>
            <a:ext cx="4724993" cy="3672824"/>
          </p:xfrm>
          <a:graphic>
            <a:graphicData uri="http://schemas.openxmlformats.org/drawingml/2006/chart">
              <c:chart xmlns:c="http://schemas.openxmlformats.org/drawingml/2006/chart" xmlns:r="http://schemas.openxmlformats.org/officeDocument/2006/relationships" r:id="rId4"/>
            </a:graphicData>
          </a:graphic>
        </p:graphicFrame>
        <p:sp>
          <p:nvSpPr>
            <p:cNvPr id="69" name="CustomShape 20" hidden="0"/>
            <p:cNvSpPr/>
            <p:nvPr isPhoto="0" userDrawn="0"/>
          </p:nvSpPr>
          <p:spPr bwMode="auto">
            <a:xfrm>
              <a:off x="0" y="3791320"/>
              <a:ext cx="4725209" cy="251316"/>
            </a:xfrm>
            <a:prstGeom prst="rect">
              <a:avLst/>
            </a:prstGeom>
            <a:noFill/>
            <a:ln>
              <a:noFill/>
            </a:ln>
          </p:spPr>
          <p:style>
            <a:lnRef idx="0"/>
            <a:fillRef idx="0"/>
            <a:effectRef idx="0"/>
            <a:fontRef idx="minor"/>
          </p:style>
          <p:txBody>
            <a:bodyPr lIns="68400" tIns="34200" rIns="68400" bIns="34200">
              <a:spAutoFit/>
            </a:bodyPr>
            <a:p>
              <a:pPr algn="ctr">
                <a:lnSpc>
                  <a:spcPct val="100000"/>
                </a:lnSpc>
                <a:defRPr/>
              </a:pPr>
              <a:r>
                <a:rPr lang="en-US" sz="1200" b="1" strike="noStrike" spc="-1">
                  <a:solidFill>
                    <a:srgbClr val="000000"/>
                  </a:solidFill>
                  <a:latin typeface="Calibri"/>
                  <a:ea typeface="Arial"/>
                </a:rPr>
                <a:t>Figure 3.</a:t>
              </a:r>
              <a:r>
                <a:rPr lang="en-US" sz="1200" b="0" strike="noStrike" spc="-1">
                  <a:solidFill>
                    <a:srgbClr val="000000"/>
                  </a:solidFill>
                  <a:latin typeface="Calibri"/>
                  <a:ea typeface="Arial"/>
                </a:rPr>
                <a:t> Label in 12pt Calibri.</a:t>
              </a:r>
              <a:endParaRPr sz="1200" b="0" strike="noStrike" spc="-1">
                <a:latin typeface="Arial"/>
              </a:endParaRPr>
            </a:p>
          </p:txBody>
        </p:sp>
      </p:grpSp>
      <p:sp>
        <p:nvSpPr>
          <p:cNvPr id="70" name="CustomShape 21" hidden="0"/>
          <p:cNvSpPr/>
          <p:nvPr isPhoto="0" userDrawn="0"/>
        </p:nvSpPr>
        <p:spPr bwMode="auto">
          <a:xfrm>
            <a:off x="5602140" y="14496107"/>
            <a:ext cx="57780" cy="326507"/>
          </a:xfrm>
          <a:prstGeom prst="rect">
            <a:avLst/>
          </a:prstGeom>
          <a:noFill/>
          <a:ln>
            <a:noFill/>
          </a:ln>
        </p:spPr>
        <p:style>
          <a:lnRef idx="0"/>
          <a:fillRef idx="0"/>
          <a:effectRef idx="0"/>
          <a:fontRef idx="minor"/>
        </p:style>
      </p:sp>
      <p:pic>
        <p:nvPicPr>
          <p:cNvPr id="71" name="" descr="" hidden="0"/>
          <p:cNvPicPr/>
          <p:nvPr isPhoto="0" userDrawn="0"/>
        </p:nvPicPr>
        <p:blipFill>
          <a:blip r:embed="rId5"/>
          <a:stretch/>
        </p:blipFill>
        <p:spPr bwMode="auto">
          <a:xfrm flipH="0" flipV="0">
            <a:off x="247320" y="683758"/>
            <a:ext cx="2274840" cy="2342361"/>
          </a:xfrm>
          <a:prstGeom prst="rect">
            <a:avLst/>
          </a:prstGeom>
          <a:ln>
            <a:noFill/>
          </a:ln>
        </p:spPr>
      </p:pic>
      <p:sp>
        <p:nvSpPr>
          <p:cNvPr id="72" name="CustomShape 22" hidden="0"/>
          <p:cNvSpPr/>
          <p:nvPr isPhoto="0" userDrawn="0"/>
        </p:nvSpPr>
        <p:spPr bwMode="auto">
          <a:xfrm>
            <a:off x="2736899" y="1184528"/>
            <a:ext cx="1283255" cy="853475"/>
          </a:xfrm>
          <a:prstGeom prst="rect">
            <a:avLst/>
          </a:prstGeom>
          <a:noFill/>
          <a:ln>
            <a:noFill/>
          </a:ln>
        </p:spPr>
        <p:style>
          <a:lnRef idx="0"/>
          <a:fillRef idx="0"/>
          <a:effectRef idx="0"/>
          <a:fontRef idx="minor"/>
        </p:style>
        <p:txBody>
          <a:bodyPr>
            <a:spAutoFit/>
          </a:bodyPr>
          <a:p>
            <a:pPr>
              <a:lnSpc>
                <a:spcPct val="100000"/>
              </a:lnSpc>
              <a:defRPr/>
            </a:pPr>
            <a:r>
              <a:rPr lang="en-US" sz="5000" b="0" strike="noStrike" spc="-1">
                <a:solidFill>
                  <a:srgbClr val="FFFFFF"/>
                </a:solidFill>
                <a:latin typeface="Calibri"/>
                <a:ea typeface="Arial"/>
              </a:rPr>
              <a:t>Pno</a:t>
            </a:r>
            <a:endParaRPr sz="5000" b="0" strike="noStrike" spc="-1">
              <a:latin typeface="Arial"/>
            </a:endParaRPr>
          </a:p>
        </p:txBody>
      </p:sp>
      <p:sp>
        <p:nvSpPr>
          <p:cNvPr id="73" name="CustomShape 23" hidden="0"/>
          <p:cNvSpPr/>
          <p:nvPr isPhoto="0" userDrawn="0"/>
        </p:nvSpPr>
        <p:spPr bwMode="auto">
          <a:xfrm>
            <a:off x="365759" y="26694707"/>
            <a:ext cx="4876595" cy="1660835"/>
          </a:xfrm>
          <a:prstGeom prst="rect">
            <a:avLst/>
          </a:prstGeom>
          <a:noFill/>
          <a:ln>
            <a:noFill/>
          </a:ln>
        </p:spPr>
        <p:style>
          <a:lnRef idx="0"/>
          <a:fillRef idx="0"/>
          <a:effectRef idx="0"/>
          <a:fontRef idx="minor"/>
        </p:style>
        <p:txBody>
          <a:bodyPr lIns="68400" tIns="68400" rIns="68400" bIns="68400">
            <a:spAutoFit/>
          </a:bodyPr>
          <a:p>
            <a:pPr marL="342720" indent="-342360">
              <a:lnSpc>
                <a:spcPct val="100000"/>
              </a:lnSpc>
              <a:buClr>
                <a:srgbClr val="000000"/>
              </a:buClr>
              <a:buFont typeface="Calibri Light"/>
              <a:buAutoNum type="arabicPeriod"/>
              <a:defRPr/>
            </a:pPr>
            <a:r>
              <a:rPr sz="1200" b="0">
                <a:latin typeface="Calibri"/>
              </a:rPr>
              <a:t>[1] Redmon, J., &amp; Farhadi, A. "YOLOv8: Real-Time Object Detection." Ultralytics, 2023.</a:t>
            </a:r>
            <a:endParaRPr sz="1000" b="0" strike="noStrike" spc="-1">
              <a:latin typeface="Arial"/>
            </a:endParaRPr>
          </a:p>
          <a:p/>
          <a:p>
            <a:pPr/>
            <a:r>
              <a:rPr sz="1200" b="0">
                <a:latin typeface="Calibri"/>
              </a:rPr>
              <a:t>[2] Cabello, R. "Three.js - JavaScript 3D Library." GitHub, 2026.</a:t>
            </a:r>
          </a:p>
        </p:txBody>
      </p:sp>
      <p:sp>
        <p:nvSpPr>
          <p:cNvPr id="74" name="CustomShape 24" hidden="0"/>
          <p:cNvSpPr/>
          <p:nvPr isPhoto="0" userDrawn="0"/>
        </p:nvSpPr>
        <p:spPr bwMode="auto">
          <a:xfrm>
            <a:off x="5660099" y="22094099"/>
            <a:ext cx="4900535" cy="3246156"/>
          </a:xfrm>
          <a:prstGeom prst="rect">
            <a:avLst/>
          </a:prstGeom>
          <a:solidFill>
            <a:schemeClr val="bg1"/>
          </a:solidFill>
          <a:ln w="12600">
            <a:solidFill>
              <a:schemeClr val="accent1">
                <a:lumMod val="75000"/>
              </a:schemeClr>
            </a:solidFill>
            <a:round/>
          </a:ln>
        </p:spPr>
        <p:style>
          <a:lnRef idx="0"/>
          <a:fillRef idx="0"/>
          <a:effectRef idx="0"/>
          <a:fontRef idx="minor"/>
        </p:style>
        <p:txBody>
          <a:bodyPr lIns="137160" tIns="137160" rIns="137160" bIns="137160">
            <a:spAutoFit/>
          </a:bodyPr>
          <a:p>
            <a:pPr>
              <a:lnSpc>
                <a:spcPct val="100000"/>
              </a:lnSpc>
              <a:defRPr/>
            </a:pPr>
            <a:r>
              <a:rPr sz="1500" b="0">
                <a:latin typeface="Calibri"/>
              </a:rPr>
              <a:t>BuildMyRide delivers a seamless, native-like experience in the browser for virtual car customization and AR visualization. Running YOLOv8 on ONNX Runtime Web client-side achieves private, fast, and low-latency tracking without server-side processing.</a:t>
            </a:r>
            <a:endParaRPr sz="1500" b="0" strike="noStrike" spc="-1">
              <a:latin typeface="Arial"/>
            </a:endParaRPr>
          </a:p>
          <a:p/>
          <a:p>
            <a:pPr/>
            <a:r>
              <a:rPr sz="1500" b="0">
                <a:latin typeface="Calibri"/>
              </a:rPr>
              <a:t>Future enhancements will focus on replacing the 2D bounding box with YOLOv8-seg (segmentation) for realistic part occlusion, using wheel keypoints for precise rim alignment, and adding automated model scaling.</a:t>
            </a:r>
          </a:p>
        </p:txBody>
      </p:sp>
      <p:sp>
        <p:nvSpPr>
          <p:cNvPr id="75" name="CustomShape 25" hidden="0"/>
          <p:cNvSpPr/>
          <p:nvPr isPhoto="0" userDrawn="0"/>
        </p:nvSpPr>
        <p:spPr bwMode="auto">
          <a:xfrm>
            <a:off x="5660100" y="21738085"/>
            <a:ext cx="4900320" cy="381471"/>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p:style>
        <p:txBody>
          <a:bodyPr lIns="68400" tIns="34200" rIns="68400" bIns="34200" anchor="ctr">
            <a:noAutofit/>
          </a:bodyPr>
          <a:p>
            <a:pPr algn="ctr">
              <a:lnSpc>
                <a:spcPct val="100000"/>
              </a:lnSpc>
              <a:defRPr/>
            </a:pPr>
            <a:r>
              <a:rPr lang="en-US" sz="2000" b="1" strike="noStrike" spc="-1">
                <a:solidFill>
                  <a:srgbClr val="FFFFFF"/>
                </a:solidFill>
                <a:latin typeface="Calibri"/>
                <a:ea typeface="Arial"/>
              </a:rPr>
              <a:t>Conclusion</a:t>
            </a:r>
            <a:endParaRPr sz="2000" b="0" strike="noStrike" spc="-1">
              <a:latin typeface="Arial"/>
            </a:endParaRPr>
          </a:p>
        </p:txBody>
      </p:sp>
      <p:sp>
        <p:nvSpPr>
          <p:cNvPr id="1247752652" name="CustomShape 17" hidden="0"/>
          <p:cNvSpPr/>
          <p:nvPr isPhoto="0" userDrawn="0"/>
        </p:nvSpPr>
        <p:spPr bwMode="auto">
          <a:xfrm>
            <a:off x="8520337" y="12765551"/>
            <a:ext cx="1974741" cy="251316"/>
          </a:xfrm>
          <a:prstGeom prst="rect">
            <a:avLst/>
          </a:prstGeom>
          <a:noFill/>
          <a:ln>
            <a:noFill/>
          </a:ln>
        </p:spPr>
        <p:style>
          <a:lnRef idx="0"/>
          <a:fillRef idx="0"/>
          <a:effectRef idx="0"/>
          <a:fontRef idx="minor"/>
        </p:style>
        <p:txBody>
          <a:bodyPr wrap="none" lIns="68400" tIns="34200" rIns="68400" bIns="34200">
            <a:spAutoFit/>
          </a:bodyPr>
          <a:p>
            <a:pPr>
              <a:lnSpc>
                <a:spcPct val="100000"/>
              </a:lnSpc>
              <a:defRPr/>
            </a:pPr>
            <a:r>
              <a:rPr sz="1200" b="0">
                <a:latin typeface="Calibri"/>
              </a:rPr>
              <a:t>Figure 1. Client-side machine learning pipeline using YOLOv8 ONNX model.</a:t>
            </a:r>
            <a:endParaRPr sz="1200" b="0" strike="noStrike" spc="0">
              <a:latin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
  <TotalTime>0</TotalTime>
  <Words>0</Words>
  <Application>ONLYOFFICE/7.1.0.215</Application>
  <DocSecurity>0</DocSecurity>
  <PresentationFormat/>
  <Paragraphs>0</Paragraphs>
  <Slides>1</Slides>
  <Notes>1</Notes>
  <HiddenSlides>0</HiddenSlides>
  <MMClips>2</MMClips>
  <ScaleCrop>0</ScaleCrop>
  <HeadingPairs>
    <vt:vector size="4" baseType="variant">
      <vt:variant>
        <vt:lpstr>Theme</vt:lpstr>
      </vt:variant>
      <vt:variant>
        <vt:i4>1</vt:i4>
      </vt:variant>
      <vt:variant>
        <vt:lpstr>Slide Titles</vt:lpstr>
      </vt:variant>
      <vt:variant>
        <vt:i4>1</vt:i4>
      </vt:variant>
    </vt:vector>
  </HeadingPairs>
  <TitlesOfParts>
    <vt:vector size="2" baseType="lpstr">
      <vt:lpstr>Theme 1</vt:lpstr>
      <vt:lpstr>Slide 1</vt:lpstr>
    </vt:vector>
  </TitlesOfParts>
  <Manager/>
  <Company>Genigraphics LLC</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Poster Template 36x48</dc:title>
  <dc:subject/>
  <dc:creator/>
  <cp:keywords/>
  <dc:description/>
  <dc:identifier/>
  <dc:language>en-US</dc:language>
  <cp:lastModifiedBy/>
  <cp:revision>109</cp:revision>
  <dcterms:created xsi:type="dcterms:W3CDTF">2013-02-10T21:14:48Z</dcterms:created>
  <dcterms:modified xsi:type="dcterms:W3CDTF">2023-05-30T06:34:57Z</dcterms:modified>
  <cp:category/>
  <cp:contentStatus/>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mpany">
    <vt:lpwstr>Genigraphics LLC</vt:lpwstr>
  </property>
  <property fmtid="{D5CDD505-2E9C-101B-9397-08002B2CF9AE}" pid="3" name="DocSecurity">
    <vt:i4>0</vt:i4>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2</vt:i4>
  </property>
  <property fmtid="{D5CDD505-2E9C-101B-9397-08002B2CF9AE}" pid="8" name="Notes">
    <vt:i4>1</vt:i4>
  </property>
  <property fmtid="{D5CDD505-2E9C-101B-9397-08002B2CF9AE}" pid="9" name="PresentationFormat">
    <vt:lpwstr>Custom</vt:lpwstr>
  </property>
  <property fmtid="{D5CDD505-2E9C-101B-9397-08002B2CF9AE}" pid="10" name="ScaleCrop">
    <vt:bool>false</vt:bool>
  </property>
  <property fmtid="{D5CDD505-2E9C-101B-9397-08002B2CF9AE}" pid="11" name="ShareDoc">
    <vt:bool>false</vt:bool>
  </property>
  <property fmtid="{D5CDD505-2E9C-101B-9397-08002B2CF9AE}" pid="12" name="Slides">
    <vt:i4>1</vt:i4>
  </property>
</Properties>
</file>